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91660C-30EF-444F-83AB-39FEC39E46AD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81F72E6-3108-4CA4-99F7-DE81BDE89EA8}">
      <dgm:prSet/>
      <dgm:spPr/>
      <dgm:t>
        <a:bodyPr/>
        <a:lstStyle/>
        <a:p>
          <a:r>
            <a:rPr lang="ru-RU" b="1"/>
            <a:t>Задачи:</a:t>
          </a:r>
          <a:endParaRPr lang="en-US"/>
        </a:p>
      </dgm:t>
    </dgm:pt>
    <dgm:pt modelId="{0A589831-76C1-4B17-BDDF-92689E97D00D}" type="parTrans" cxnId="{788F3D6D-A089-452A-8506-5D5D17C2572B}">
      <dgm:prSet/>
      <dgm:spPr/>
      <dgm:t>
        <a:bodyPr/>
        <a:lstStyle/>
        <a:p>
          <a:endParaRPr lang="en-US"/>
        </a:p>
      </dgm:t>
    </dgm:pt>
    <dgm:pt modelId="{F470AB0A-1212-4629-B29F-E298FFB86DE9}" type="sibTrans" cxnId="{788F3D6D-A089-452A-8506-5D5D17C2572B}">
      <dgm:prSet/>
      <dgm:spPr/>
      <dgm:t>
        <a:bodyPr/>
        <a:lstStyle/>
        <a:p>
          <a:endParaRPr lang="en-US"/>
        </a:p>
      </dgm:t>
    </dgm:pt>
    <dgm:pt modelId="{18D325E1-8CC6-4C0C-98AD-3C1775BC03FE}">
      <dgm:prSet/>
      <dgm:spPr/>
      <dgm:t>
        <a:bodyPr/>
        <a:lstStyle/>
        <a:p>
          <a:r>
            <a:rPr lang="ru-RU"/>
            <a:t>изучить особенности бухгалтерского учета;</a:t>
          </a:r>
          <a:endParaRPr lang="en-US"/>
        </a:p>
      </dgm:t>
    </dgm:pt>
    <dgm:pt modelId="{36353780-C76D-4DFA-B167-D0248319F0A7}" type="parTrans" cxnId="{F40556DE-14F5-4F01-87A9-658BDD4BD574}">
      <dgm:prSet/>
      <dgm:spPr/>
      <dgm:t>
        <a:bodyPr/>
        <a:lstStyle/>
        <a:p>
          <a:endParaRPr lang="en-US"/>
        </a:p>
      </dgm:t>
    </dgm:pt>
    <dgm:pt modelId="{C40E847B-095F-40EA-9BD8-190C6874C732}" type="sibTrans" cxnId="{F40556DE-14F5-4F01-87A9-658BDD4BD574}">
      <dgm:prSet/>
      <dgm:spPr/>
      <dgm:t>
        <a:bodyPr/>
        <a:lstStyle/>
        <a:p>
          <a:endParaRPr lang="en-US"/>
        </a:p>
      </dgm:t>
    </dgm:pt>
    <dgm:pt modelId="{F144C828-6E8C-4EEE-9EB7-29DFCD51CDFD}">
      <dgm:prSet/>
      <dgm:spPr/>
      <dgm:t>
        <a:bodyPr/>
        <a:lstStyle/>
        <a:p>
          <a:r>
            <a:rPr lang="ru-RU"/>
            <a:t>рассмотреть ИС для автоматизации учета;</a:t>
          </a:r>
          <a:endParaRPr lang="en-US"/>
        </a:p>
      </dgm:t>
    </dgm:pt>
    <dgm:pt modelId="{40F8562A-06D4-43F7-AB3E-DB7341F44982}" type="parTrans" cxnId="{2B7BBEF1-CAE4-41AC-B0A6-36DCDAAB49D3}">
      <dgm:prSet/>
      <dgm:spPr/>
      <dgm:t>
        <a:bodyPr/>
        <a:lstStyle/>
        <a:p>
          <a:endParaRPr lang="en-US"/>
        </a:p>
      </dgm:t>
    </dgm:pt>
    <dgm:pt modelId="{CE5A0154-FE2D-4DE0-9DB7-0BA17F17E6F5}" type="sibTrans" cxnId="{2B7BBEF1-CAE4-41AC-B0A6-36DCDAAB49D3}">
      <dgm:prSet/>
      <dgm:spPr/>
      <dgm:t>
        <a:bodyPr/>
        <a:lstStyle/>
        <a:p>
          <a:endParaRPr lang="en-US"/>
        </a:p>
      </dgm:t>
    </dgm:pt>
    <dgm:pt modelId="{C2615ACD-EC57-4F3C-855B-EFA94A43AB58}">
      <dgm:prSet/>
      <dgm:spPr/>
      <dgm:t>
        <a:bodyPr/>
        <a:lstStyle/>
        <a:p>
          <a:r>
            <a:rPr lang="ru-RU"/>
            <a:t>провести сравнительный анализ программ;</a:t>
          </a:r>
          <a:endParaRPr lang="en-US"/>
        </a:p>
      </dgm:t>
    </dgm:pt>
    <dgm:pt modelId="{37B4894C-6940-4AD2-A05A-65CA6954A975}" type="parTrans" cxnId="{2E1BFD83-3D64-4D8E-8101-6A8889D33E70}">
      <dgm:prSet/>
      <dgm:spPr/>
      <dgm:t>
        <a:bodyPr/>
        <a:lstStyle/>
        <a:p>
          <a:endParaRPr lang="en-US"/>
        </a:p>
      </dgm:t>
    </dgm:pt>
    <dgm:pt modelId="{7A6E31CB-5DBB-48FC-B3DB-4B2CE980012A}" type="sibTrans" cxnId="{2E1BFD83-3D64-4D8E-8101-6A8889D33E70}">
      <dgm:prSet/>
      <dgm:spPr/>
      <dgm:t>
        <a:bodyPr/>
        <a:lstStyle/>
        <a:p>
          <a:endParaRPr lang="en-US"/>
        </a:p>
      </dgm:t>
    </dgm:pt>
    <dgm:pt modelId="{F414FE7A-DCF6-49B6-BE98-A9A70380887A}">
      <dgm:prSet/>
      <dgm:spPr/>
      <dgm:t>
        <a:bodyPr/>
        <a:lstStyle/>
        <a:p>
          <a:r>
            <a:rPr lang="ru-RU"/>
            <a:t>рассмотреть практический пример работы системы.</a:t>
          </a:r>
          <a:endParaRPr lang="en-US"/>
        </a:p>
      </dgm:t>
    </dgm:pt>
    <dgm:pt modelId="{D82AA244-81A4-48C8-9181-E4F3557BC827}" type="parTrans" cxnId="{7B3919DD-9779-45CF-A084-E997DC1C73DB}">
      <dgm:prSet/>
      <dgm:spPr/>
      <dgm:t>
        <a:bodyPr/>
        <a:lstStyle/>
        <a:p>
          <a:endParaRPr lang="en-US"/>
        </a:p>
      </dgm:t>
    </dgm:pt>
    <dgm:pt modelId="{294D1725-ABEA-4420-9B0B-923889B9D96E}" type="sibTrans" cxnId="{7B3919DD-9779-45CF-A084-E997DC1C73DB}">
      <dgm:prSet/>
      <dgm:spPr/>
      <dgm:t>
        <a:bodyPr/>
        <a:lstStyle/>
        <a:p>
          <a:endParaRPr lang="en-US"/>
        </a:p>
      </dgm:t>
    </dgm:pt>
    <dgm:pt modelId="{9A3315CC-22C8-44F7-8481-D1678E56ECF4}" type="pres">
      <dgm:prSet presAssocID="{CE91660C-30EF-444F-83AB-39FEC39E46AD}" presName="linear" presStyleCnt="0">
        <dgm:presLayoutVars>
          <dgm:dir/>
          <dgm:animLvl val="lvl"/>
          <dgm:resizeHandles val="exact"/>
        </dgm:presLayoutVars>
      </dgm:prSet>
      <dgm:spPr/>
    </dgm:pt>
    <dgm:pt modelId="{8888257D-92B9-4C89-80CA-A442818B2877}" type="pres">
      <dgm:prSet presAssocID="{B81F72E6-3108-4CA4-99F7-DE81BDE89EA8}" presName="parentLin" presStyleCnt="0"/>
      <dgm:spPr/>
    </dgm:pt>
    <dgm:pt modelId="{6E299755-9F33-41C8-A3B0-94975BBA9C89}" type="pres">
      <dgm:prSet presAssocID="{B81F72E6-3108-4CA4-99F7-DE81BDE89EA8}" presName="parentLeftMargin" presStyleLbl="node1" presStyleIdx="0" presStyleCnt="1"/>
      <dgm:spPr/>
    </dgm:pt>
    <dgm:pt modelId="{B28B36CD-B582-450B-8DF4-D799CE067BD9}" type="pres">
      <dgm:prSet presAssocID="{B81F72E6-3108-4CA4-99F7-DE81BDE89EA8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8736E0F8-749B-4BD2-BADF-2E0467ED84BD}" type="pres">
      <dgm:prSet presAssocID="{B81F72E6-3108-4CA4-99F7-DE81BDE89EA8}" presName="negativeSpace" presStyleCnt="0"/>
      <dgm:spPr/>
    </dgm:pt>
    <dgm:pt modelId="{3BAF498A-E97B-42A5-A13B-3A89B361A33F}" type="pres">
      <dgm:prSet presAssocID="{B81F72E6-3108-4CA4-99F7-DE81BDE89EA8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77921A15-AB5E-4308-B761-78ECB0F0212B}" type="presOf" srcId="{F414FE7A-DCF6-49B6-BE98-A9A70380887A}" destId="{3BAF498A-E97B-42A5-A13B-3A89B361A33F}" srcOrd="0" destOrd="3" presId="urn:microsoft.com/office/officeart/2005/8/layout/list1"/>
    <dgm:cxn modelId="{8C768725-9E71-4F9F-A4E2-9D7E1B7F6311}" type="presOf" srcId="{CE91660C-30EF-444F-83AB-39FEC39E46AD}" destId="{9A3315CC-22C8-44F7-8481-D1678E56ECF4}" srcOrd="0" destOrd="0" presId="urn:microsoft.com/office/officeart/2005/8/layout/list1"/>
    <dgm:cxn modelId="{1398A13B-D84E-4372-BFBB-858380195EF1}" type="presOf" srcId="{B81F72E6-3108-4CA4-99F7-DE81BDE89EA8}" destId="{B28B36CD-B582-450B-8DF4-D799CE067BD9}" srcOrd="1" destOrd="0" presId="urn:microsoft.com/office/officeart/2005/8/layout/list1"/>
    <dgm:cxn modelId="{788F3D6D-A089-452A-8506-5D5D17C2572B}" srcId="{CE91660C-30EF-444F-83AB-39FEC39E46AD}" destId="{B81F72E6-3108-4CA4-99F7-DE81BDE89EA8}" srcOrd="0" destOrd="0" parTransId="{0A589831-76C1-4B17-BDDF-92689E97D00D}" sibTransId="{F470AB0A-1212-4629-B29F-E298FFB86DE9}"/>
    <dgm:cxn modelId="{4E1F8A71-69DD-448A-8120-CCF4272AB642}" type="presOf" srcId="{18D325E1-8CC6-4C0C-98AD-3C1775BC03FE}" destId="{3BAF498A-E97B-42A5-A13B-3A89B361A33F}" srcOrd="0" destOrd="0" presId="urn:microsoft.com/office/officeart/2005/8/layout/list1"/>
    <dgm:cxn modelId="{2E1BFD83-3D64-4D8E-8101-6A8889D33E70}" srcId="{B81F72E6-3108-4CA4-99F7-DE81BDE89EA8}" destId="{C2615ACD-EC57-4F3C-855B-EFA94A43AB58}" srcOrd="2" destOrd="0" parTransId="{37B4894C-6940-4AD2-A05A-65CA6954A975}" sibTransId="{7A6E31CB-5DBB-48FC-B3DB-4B2CE980012A}"/>
    <dgm:cxn modelId="{ABCC779D-49FA-4F0A-B0D8-4F887F6AC98D}" type="presOf" srcId="{F144C828-6E8C-4EEE-9EB7-29DFCD51CDFD}" destId="{3BAF498A-E97B-42A5-A13B-3A89B361A33F}" srcOrd="0" destOrd="1" presId="urn:microsoft.com/office/officeart/2005/8/layout/list1"/>
    <dgm:cxn modelId="{7B3919DD-9779-45CF-A084-E997DC1C73DB}" srcId="{B81F72E6-3108-4CA4-99F7-DE81BDE89EA8}" destId="{F414FE7A-DCF6-49B6-BE98-A9A70380887A}" srcOrd="3" destOrd="0" parTransId="{D82AA244-81A4-48C8-9181-E4F3557BC827}" sibTransId="{294D1725-ABEA-4420-9B0B-923889B9D96E}"/>
    <dgm:cxn modelId="{7A1B5EDE-4394-4C45-8DC0-1084E466CDC7}" type="presOf" srcId="{C2615ACD-EC57-4F3C-855B-EFA94A43AB58}" destId="{3BAF498A-E97B-42A5-A13B-3A89B361A33F}" srcOrd="0" destOrd="2" presId="urn:microsoft.com/office/officeart/2005/8/layout/list1"/>
    <dgm:cxn modelId="{F40556DE-14F5-4F01-87A9-658BDD4BD574}" srcId="{B81F72E6-3108-4CA4-99F7-DE81BDE89EA8}" destId="{18D325E1-8CC6-4C0C-98AD-3C1775BC03FE}" srcOrd="0" destOrd="0" parTransId="{36353780-C76D-4DFA-B167-D0248319F0A7}" sibTransId="{C40E847B-095F-40EA-9BD8-190C6874C732}"/>
    <dgm:cxn modelId="{2B7BBEF1-CAE4-41AC-B0A6-36DCDAAB49D3}" srcId="{B81F72E6-3108-4CA4-99F7-DE81BDE89EA8}" destId="{F144C828-6E8C-4EEE-9EB7-29DFCD51CDFD}" srcOrd="1" destOrd="0" parTransId="{40F8562A-06D4-43F7-AB3E-DB7341F44982}" sibTransId="{CE5A0154-FE2D-4DE0-9DB7-0BA17F17E6F5}"/>
    <dgm:cxn modelId="{B02C42F5-001D-496E-8F97-7A4D91CA7321}" type="presOf" srcId="{B81F72E6-3108-4CA4-99F7-DE81BDE89EA8}" destId="{6E299755-9F33-41C8-A3B0-94975BBA9C89}" srcOrd="0" destOrd="0" presId="urn:microsoft.com/office/officeart/2005/8/layout/list1"/>
    <dgm:cxn modelId="{ECBFD04E-CE18-4A12-B60C-86460E34B19F}" type="presParOf" srcId="{9A3315CC-22C8-44F7-8481-D1678E56ECF4}" destId="{8888257D-92B9-4C89-80CA-A442818B2877}" srcOrd="0" destOrd="0" presId="urn:microsoft.com/office/officeart/2005/8/layout/list1"/>
    <dgm:cxn modelId="{A57A7EBA-DE1D-493C-8178-BA737F5C0C00}" type="presParOf" srcId="{8888257D-92B9-4C89-80CA-A442818B2877}" destId="{6E299755-9F33-41C8-A3B0-94975BBA9C89}" srcOrd="0" destOrd="0" presId="urn:microsoft.com/office/officeart/2005/8/layout/list1"/>
    <dgm:cxn modelId="{BFBCAFA9-58F6-49EF-9AF4-1361780C1957}" type="presParOf" srcId="{8888257D-92B9-4C89-80CA-A442818B2877}" destId="{B28B36CD-B582-450B-8DF4-D799CE067BD9}" srcOrd="1" destOrd="0" presId="urn:microsoft.com/office/officeart/2005/8/layout/list1"/>
    <dgm:cxn modelId="{43ECD4DF-5A09-43F2-8018-2C58AD0E8F96}" type="presParOf" srcId="{9A3315CC-22C8-44F7-8481-D1678E56ECF4}" destId="{8736E0F8-749B-4BD2-BADF-2E0467ED84BD}" srcOrd="1" destOrd="0" presId="urn:microsoft.com/office/officeart/2005/8/layout/list1"/>
    <dgm:cxn modelId="{9AF75DED-9240-4EE9-A407-CA3DA319A446}" type="presParOf" srcId="{9A3315CC-22C8-44F7-8481-D1678E56ECF4}" destId="{3BAF498A-E97B-42A5-A13B-3A89B361A33F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F6CB35B-2DCA-4CFC-AB71-26F1C91A0569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E9B21F1-DA6F-4C29-82EB-D0C08255E850}">
      <dgm:prSet/>
      <dgm:spPr/>
      <dgm:t>
        <a:bodyPr/>
        <a:lstStyle/>
        <a:p>
          <a:r>
            <a:rPr lang="ru-RU"/>
            <a:t>небольшой объем операций</a:t>
          </a:r>
          <a:endParaRPr lang="en-US"/>
        </a:p>
      </dgm:t>
    </dgm:pt>
    <dgm:pt modelId="{DDF979C0-73F1-4AE2-A6A5-5B1F777EF797}" type="parTrans" cxnId="{D2B2A486-6000-477D-9B09-7160865B0105}">
      <dgm:prSet/>
      <dgm:spPr/>
      <dgm:t>
        <a:bodyPr/>
        <a:lstStyle/>
        <a:p>
          <a:endParaRPr lang="en-US"/>
        </a:p>
      </dgm:t>
    </dgm:pt>
    <dgm:pt modelId="{EE14ABEA-C9DB-4A09-82FD-DA8667955ECB}" type="sibTrans" cxnId="{D2B2A486-6000-477D-9B09-7160865B0105}">
      <dgm:prSet/>
      <dgm:spPr/>
      <dgm:t>
        <a:bodyPr/>
        <a:lstStyle/>
        <a:p>
          <a:endParaRPr lang="en-US"/>
        </a:p>
      </dgm:t>
    </dgm:pt>
    <dgm:pt modelId="{47544976-72DD-4F9A-BBF1-E04C4FD3280F}">
      <dgm:prSet/>
      <dgm:spPr/>
      <dgm:t>
        <a:bodyPr/>
        <a:lstStyle/>
        <a:p>
          <a:r>
            <a:rPr lang="ru-RU"/>
            <a:t>ограниченные ресурсы</a:t>
          </a:r>
          <a:endParaRPr lang="en-US"/>
        </a:p>
      </dgm:t>
    </dgm:pt>
    <dgm:pt modelId="{2AB0F981-3164-4FD1-862B-07731EF527A0}" type="parTrans" cxnId="{C1AB10FA-296D-4B8F-85C6-7BEA33B67CE6}">
      <dgm:prSet/>
      <dgm:spPr/>
      <dgm:t>
        <a:bodyPr/>
        <a:lstStyle/>
        <a:p>
          <a:endParaRPr lang="en-US"/>
        </a:p>
      </dgm:t>
    </dgm:pt>
    <dgm:pt modelId="{6A190A67-F14A-478D-8FFF-16076483537C}" type="sibTrans" cxnId="{C1AB10FA-296D-4B8F-85C6-7BEA33B67CE6}">
      <dgm:prSet/>
      <dgm:spPr/>
      <dgm:t>
        <a:bodyPr/>
        <a:lstStyle/>
        <a:p>
          <a:endParaRPr lang="en-US"/>
        </a:p>
      </dgm:t>
    </dgm:pt>
    <dgm:pt modelId="{BF52B17B-05B7-4D2E-98EF-606B67DE4751}">
      <dgm:prSet/>
      <dgm:spPr/>
      <dgm:t>
        <a:bodyPr/>
        <a:lstStyle/>
        <a:p>
          <a:r>
            <a:rPr lang="ru-RU"/>
            <a:t>упрощенная отчетность</a:t>
          </a:r>
          <a:endParaRPr lang="en-US"/>
        </a:p>
      </dgm:t>
    </dgm:pt>
    <dgm:pt modelId="{196FBECF-074C-42F2-9F13-4F7734822916}" type="parTrans" cxnId="{44CE4FF1-8A2B-43D9-969A-D6140FFBFF11}">
      <dgm:prSet/>
      <dgm:spPr/>
      <dgm:t>
        <a:bodyPr/>
        <a:lstStyle/>
        <a:p>
          <a:endParaRPr lang="en-US"/>
        </a:p>
      </dgm:t>
    </dgm:pt>
    <dgm:pt modelId="{30D8149A-553C-47DE-BC89-ADF62F9E3ABB}" type="sibTrans" cxnId="{44CE4FF1-8A2B-43D9-969A-D6140FFBFF11}">
      <dgm:prSet/>
      <dgm:spPr/>
      <dgm:t>
        <a:bodyPr/>
        <a:lstStyle/>
        <a:p>
          <a:endParaRPr lang="en-US"/>
        </a:p>
      </dgm:t>
    </dgm:pt>
    <dgm:pt modelId="{8C6CB9BC-3812-4E10-A34D-C6523D2A71B6}">
      <dgm:prSet/>
      <dgm:spPr/>
      <dgm:t>
        <a:bodyPr/>
        <a:lstStyle/>
        <a:p>
          <a:r>
            <a:rPr lang="ru-RU"/>
            <a:t>высокая чувствительность к ошибкам</a:t>
          </a:r>
          <a:endParaRPr lang="en-US"/>
        </a:p>
      </dgm:t>
    </dgm:pt>
    <dgm:pt modelId="{CFBDEA68-37FF-4FFF-B12D-1F979CC590BD}" type="parTrans" cxnId="{F8BCB010-CD66-41C7-846F-9FEBB8E0A03B}">
      <dgm:prSet/>
      <dgm:spPr/>
      <dgm:t>
        <a:bodyPr/>
        <a:lstStyle/>
        <a:p>
          <a:endParaRPr lang="en-US"/>
        </a:p>
      </dgm:t>
    </dgm:pt>
    <dgm:pt modelId="{BBD3AD12-0E27-48D8-95B5-26FF5F03FA01}" type="sibTrans" cxnId="{F8BCB010-CD66-41C7-846F-9FEBB8E0A03B}">
      <dgm:prSet/>
      <dgm:spPr/>
      <dgm:t>
        <a:bodyPr/>
        <a:lstStyle/>
        <a:p>
          <a:endParaRPr lang="en-US"/>
        </a:p>
      </dgm:t>
    </dgm:pt>
    <dgm:pt modelId="{69A286A8-D1CA-4E23-835C-9E9A9E873202}">
      <dgm:prSet/>
      <dgm:spPr/>
      <dgm:t>
        <a:bodyPr/>
        <a:lstStyle/>
        <a:p>
          <a:r>
            <a:rPr lang="ru-RU"/>
            <a:t>необходимость автоматизации процессов</a:t>
          </a:r>
          <a:endParaRPr lang="en-US"/>
        </a:p>
      </dgm:t>
    </dgm:pt>
    <dgm:pt modelId="{C8B4B004-0CD4-4C5A-97BE-44469F8617B0}" type="parTrans" cxnId="{1AB2BE61-0F31-4872-A973-06F1E6D031CD}">
      <dgm:prSet/>
      <dgm:spPr/>
      <dgm:t>
        <a:bodyPr/>
        <a:lstStyle/>
        <a:p>
          <a:endParaRPr lang="en-US"/>
        </a:p>
      </dgm:t>
    </dgm:pt>
    <dgm:pt modelId="{78B185C6-5763-498E-9748-778DD2995D68}" type="sibTrans" cxnId="{1AB2BE61-0F31-4872-A973-06F1E6D031CD}">
      <dgm:prSet/>
      <dgm:spPr/>
      <dgm:t>
        <a:bodyPr/>
        <a:lstStyle/>
        <a:p>
          <a:endParaRPr lang="en-US"/>
        </a:p>
      </dgm:t>
    </dgm:pt>
    <dgm:pt modelId="{D452EE57-4851-400E-9E0C-280E9DC762F0}" type="pres">
      <dgm:prSet presAssocID="{2F6CB35B-2DCA-4CFC-AB71-26F1C91A0569}" presName="linear" presStyleCnt="0">
        <dgm:presLayoutVars>
          <dgm:dir/>
          <dgm:animLvl val="lvl"/>
          <dgm:resizeHandles val="exact"/>
        </dgm:presLayoutVars>
      </dgm:prSet>
      <dgm:spPr/>
    </dgm:pt>
    <dgm:pt modelId="{573C287B-F015-4024-AC1B-0ED31D3C3634}" type="pres">
      <dgm:prSet presAssocID="{8E9B21F1-DA6F-4C29-82EB-D0C08255E850}" presName="parentLin" presStyleCnt="0"/>
      <dgm:spPr/>
    </dgm:pt>
    <dgm:pt modelId="{23581134-FC87-4AB4-8980-17E16FB90AC0}" type="pres">
      <dgm:prSet presAssocID="{8E9B21F1-DA6F-4C29-82EB-D0C08255E850}" presName="parentLeftMargin" presStyleLbl="node1" presStyleIdx="0" presStyleCnt="5"/>
      <dgm:spPr/>
    </dgm:pt>
    <dgm:pt modelId="{EB5798AB-76B3-434F-BF99-E8EBD73B6156}" type="pres">
      <dgm:prSet presAssocID="{8E9B21F1-DA6F-4C29-82EB-D0C08255E85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1852F8C0-3EAB-486D-B6DB-0E7F698752DC}" type="pres">
      <dgm:prSet presAssocID="{8E9B21F1-DA6F-4C29-82EB-D0C08255E850}" presName="negativeSpace" presStyleCnt="0"/>
      <dgm:spPr/>
    </dgm:pt>
    <dgm:pt modelId="{8F4BB8BB-EEB2-4173-B39F-C59AA398FEA4}" type="pres">
      <dgm:prSet presAssocID="{8E9B21F1-DA6F-4C29-82EB-D0C08255E850}" presName="childText" presStyleLbl="conFgAcc1" presStyleIdx="0" presStyleCnt="5">
        <dgm:presLayoutVars>
          <dgm:bulletEnabled val="1"/>
        </dgm:presLayoutVars>
      </dgm:prSet>
      <dgm:spPr/>
    </dgm:pt>
    <dgm:pt modelId="{1D9E9D52-556D-4D77-8ECE-0A80E31162C0}" type="pres">
      <dgm:prSet presAssocID="{EE14ABEA-C9DB-4A09-82FD-DA8667955ECB}" presName="spaceBetweenRectangles" presStyleCnt="0"/>
      <dgm:spPr/>
    </dgm:pt>
    <dgm:pt modelId="{D1E3C6F0-F46A-455C-B91A-512144A1028D}" type="pres">
      <dgm:prSet presAssocID="{47544976-72DD-4F9A-BBF1-E04C4FD3280F}" presName="parentLin" presStyleCnt="0"/>
      <dgm:spPr/>
    </dgm:pt>
    <dgm:pt modelId="{3E17262E-84A7-4945-B9AA-E7445E0BD2EE}" type="pres">
      <dgm:prSet presAssocID="{47544976-72DD-4F9A-BBF1-E04C4FD3280F}" presName="parentLeftMargin" presStyleLbl="node1" presStyleIdx="0" presStyleCnt="5"/>
      <dgm:spPr/>
    </dgm:pt>
    <dgm:pt modelId="{CE24DD2D-F64A-4313-9FB7-1564B9897EB7}" type="pres">
      <dgm:prSet presAssocID="{47544976-72DD-4F9A-BBF1-E04C4FD3280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52BFB492-588D-4712-9ED0-EE094E01BA7C}" type="pres">
      <dgm:prSet presAssocID="{47544976-72DD-4F9A-BBF1-E04C4FD3280F}" presName="negativeSpace" presStyleCnt="0"/>
      <dgm:spPr/>
    </dgm:pt>
    <dgm:pt modelId="{7D2C4C50-E6CC-498F-8EB7-F36F1E869DBB}" type="pres">
      <dgm:prSet presAssocID="{47544976-72DD-4F9A-BBF1-E04C4FD3280F}" presName="childText" presStyleLbl="conFgAcc1" presStyleIdx="1" presStyleCnt="5">
        <dgm:presLayoutVars>
          <dgm:bulletEnabled val="1"/>
        </dgm:presLayoutVars>
      </dgm:prSet>
      <dgm:spPr/>
    </dgm:pt>
    <dgm:pt modelId="{FA36E65C-FA8C-40CD-A564-C65452E1A1EC}" type="pres">
      <dgm:prSet presAssocID="{6A190A67-F14A-478D-8FFF-16076483537C}" presName="spaceBetweenRectangles" presStyleCnt="0"/>
      <dgm:spPr/>
    </dgm:pt>
    <dgm:pt modelId="{3F125337-8B63-4985-8611-152A8C2815A6}" type="pres">
      <dgm:prSet presAssocID="{BF52B17B-05B7-4D2E-98EF-606B67DE4751}" presName="parentLin" presStyleCnt="0"/>
      <dgm:spPr/>
    </dgm:pt>
    <dgm:pt modelId="{D82E4ECD-D1FA-4353-AA24-75E5F2B60F29}" type="pres">
      <dgm:prSet presAssocID="{BF52B17B-05B7-4D2E-98EF-606B67DE4751}" presName="parentLeftMargin" presStyleLbl="node1" presStyleIdx="1" presStyleCnt="5"/>
      <dgm:spPr/>
    </dgm:pt>
    <dgm:pt modelId="{C2BB8511-41EA-4357-A80B-A2F57A20A1D3}" type="pres">
      <dgm:prSet presAssocID="{BF52B17B-05B7-4D2E-98EF-606B67DE475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5C00D1A-E7A5-4BDF-BA6A-CB3F1DDD9F99}" type="pres">
      <dgm:prSet presAssocID="{BF52B17B-05B7-4D2E-98EF-606B67DE4751}" presName="negativeSpace" presStyleCnt="0"/>
      <dgm:spPr/>
    </dgm:pt>
    <dgm:pt modelId="{EC8131FF-1A23-4A38-8123-F16CFB619354}" type="pres">
      <dgm:prSet presAssocID="{BF52B17B-05B7-4D2E-98EF-606B67DE4751}" presName="childText" presStyleLbl="conFgAcc1" presStyleIdx="2" presStyleCnt="5">
        <dgm:presLayoutVars>
          <dgm:bulletEnabled val="1"/>
        </dgm:presLayoutVars>
      </dgm:prSet>
      <dgm:spPr/>
    </dgm:pt>
    <dgm:pt modelId="{2BD27EA3-CEA1-4DBE-8CB2-D1D30C06AC78}" type="pres">
      <dgm:prSet presAssocID="{30D8149A-553C-47DE-BC89-ADF62F9E3ABB}" presName="spaceBetweenRectangles" presStyleCnt="0"/>
      <dgm:spPr/>
    </dgm:pt>
    <dgm:pt modelId="{6D451D03-6AFD-4BB5-804E-E68C49949AA8}" type="pres">
      <dgm:prSet presAssocID="{8C6CB9BC-3812-4E10-A34D-C6523D2A71B6}" presName="parentLin" presStyleCnt="0"/>
      <dgm:spPr/>
    </dgm:pt>
    <dgm:pt modelId="{28143B87-B06A-406F-BDB8-9FC4E516CB90}" type="pres">
      <dgm:prSet presAssocID="{8C6CB9BC-3812-4E10-A34D-C6523D2A71B6}" presName="parentLeftMargin" presStyleLbl="node1" presStyleIdx="2" presStyleCnt="5"/>
      <dgm:spPr/>
    </dgm:pt>
    <dgm:pt modelId="{31A39145-C2BC-4E11-A6CE-33570DEE977A}" type="pres">
      <dgm:prSet presAssocID="{8C6CB9BC-3812-4E10-A34D-C6523D2A71B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8545444-CA73-4C13-9230-F98D829107C3}" type="pres">
      <dgm:prSet presAssocID="{8C6CB9BC-3812-4E10-A34D-C6523D2A71B6}" presName="negativeSpace" presStyleCnt="0"/>
      <dgm:spPr/>
    </dgm:pt>
    <dgm:pt modelId="{C8755F3D-37EB-4503-A526-B40C88A330BA}" type="pres">
      <dgm:prSet presAssocID="{8C6CB9BC-3812-4E10-A34D-C6523D2A71B6}" presName="childText" presStyleLbl="conFgAcc1" presStyleIdx="3" presStyleCnt="5">
        <dgm:presLayoutVars>
          <dgm:bulletEnabled val="1"/>
        </dgm:presLayoutVars>
      </dgm:prSet>
      <dgm:spPr/>
    </dgm:pt>
    <dgm:pt modelId="{78BC53C1-2742-4200-8027-50068BF3E2D6}" type="pres">
      <dgm:prSet presAssocID="{BBD3AD12-0E27-48D8-95B5-26FF5F03FA01}" presName="spaceBetweenRectangles" presStyleCnt="0"/>
      <dgm:spPr/>
    </dgm:pt>
    <dgm:pt modelId="{4BB3D633-F7DE-4927-B147-396E1FEA3540}" type="pres">
      <dgm:prSet presAssocID="{69A286A8-D1CA-4E23-835C-9E9A9E873202}" presName="parentLin" presStyleCnt="0"/>
      <dgm:spPr/>
    </dgm:pt>
    <dgm:pt modelId="{540E5FAB-7BF4-45A1-A8AA-42B42A0BF7D4}" type="pres">
      <dgm:prSet presAssocID="{69A286A8-D1CA-4E23-835C-9E9A9E873202}" presName="parentLeftMargin" presStyleLbl="node1" presStyleIdx="3" presStyleCnt="5"/>
      <dgm:spPr/>
    </dgm:pt>
    <dgm:pt modelId="{96DF23ED-718A-4F7A-8C09-C9BB030B5321}" type="pres">
      <dgm:prSet presAssocID="{69A286A8-D1CA-4E23-835C-9E9A9E873202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8EEE961A-84DB-4A15-8E00-50BB687A5277}" type="pres">
      <dgm:prSet presAssocID="{69A286A8-D1CA-4E23-835C-9E9A9E873202}" presName="negativeSpace" presStyleCnt="0"/>
      <dgm:spPr/>
    </dgm:pt>
    <dgm:pt modelId="{75047BF0-02E0-4C61-B530-BA45BF294D55}" type="pres">
      <dgm:prSet presAssocID="{69A286A8-D1CA-4E23-835C-9E9A9E873202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F8BCB010-CD66-41C7-846F-9FEBB8E0A03B}" srcId="{2F6CB35B-2DCA-4CFC-AB71-26F1C91A0569}" destId="{8C6CB9BC-3812-4E10-A34D-C6523D2A71B6}" srcOrd="3" destOrd="0" parTransId="{CFBDEA68-37FF-4FFF-B12D-1F979CC590BD}" sibTransId="{BBD3AD12-0E27-48D8-95B5-26FF5F03FA01}"/>
    <dgm:cxn modelId="{E05B8D31-B238-4EB8-971E-18A9C9A76901}" type="presOf" srcId="{BF52B17B-05B7-4D2E-98EF-606B67DE4751}" destId="{D82E4ECD-D1FA-4353-AA24-75E5F2B60F29}" srcOrd="0" destOrd="0" presId="urn:microsoft.com/office/officeart/2005/8/layout/list1"/>
    <dgm:cxn modelId="{A65A0D5F-50FB-49B7-9956-8A0F73D3ECC4}" type="presOf" srcId="{8E9B21F1-DA6F-4C29-82EB-D0C08255E850}" destId="{EB5798AB-76B3-434F-BF99-E8EBD73B6156}" srcOrd="1" destOrd="0" presId="urn:microsoft.com/office/officeart/2005/8/layout/list1"/>
    <dgm:cxn modelId="{1AB2BE61-0F31-4872-A973-06F1E6D031CD}" srcId="{2F6CB35B-2DCA-4CFC-AB71-26F1C91A0569}" destId="{69A286A8-D1CA-4E23-835C-9E9A9E873202}" srcOrd="4" destOrd="0" parTransId="{C8B4B004-0CD4-4C5A-97BE-44469F8617B0}" sibTransId="{78B185C6-5763-498E-9748-778DD2995D68}"/>
    <dgm:cxn modelId="{31733E44-DC0D-4029-95BA-B5102D333975}" type="presOf" srcId="{69A286A8-D1CA-4E23-835C-9E9A9E873202}" destId="{540E5FAB-7BF4-45A1-A8AA-42B42A0BF7D4}" srcOrd="0" destOrd="0" presId="urn:microsoft.com/office/officeart/2005/8/layout/list1"/>
    <dgm:cxn modelId="{5AC4677E-8B55-43F0-AA8E-24BADA1E3BE2}" type="presOf" srcId="{8E9B21F1-DA6F-4C29-82EB-D0C08255E850}" destId="{23581134-FC87-4AB4-8980-17E16FB90AC0}" srcOrd="0" destOrd="0" presId="urn:microsoft.com/office/officeart/2005/8/layout/list1"/>
    <dgm:cxn modelId="{D2B2A486-6000-477D-9B09-7160865B0105}" srcId="{2F6CB35B-2DCA-4CFC-AB71-26F1C91A0569}" destId="{8E9B21F1-DA6F-4C29-82EB-D0C08255E850}" srcOrd="0" destOrd="0" parTransId="{DDF979C0-73F1-4AE2-A6A5-5B1F777EF797}" sibTransId="{EE14ABEA-C9DB-4A09-82FD-DA8667955ECB}"/>
    <dgm:cxn modelId="{ED96CE8A-9DF6-462A-9E18-55311408CB2B}" type="presOf" srcId="{47544976-72DD-4F9A-BBF1-E04C4FD3280F}" destId="{3E17262E-84A7-4945-B9AA-E7445E0BD2EE}" srcOrd="0" destOrd="0" presId="urn:microsoft.com/office/officeart/2005/8/layout/list1"/>
    <dgm:cxn modelId="{9452A28D-8C7B-4DC3-8548-D68221965DFC}" type="presOf" srcId="{47544976-72DD-4F9A-BBF1-E04C4FD3280F}" destId="{CE24DD2D-F64A-4313-9FB7-1564B9897EB7}" srcOrd="1" destOrd="0" presId="urn:microsoft.com/office/officeart/2005/8/layout/list1"/>
    <dgm:cxn modelId="{520796A0-A846-411D-8896-C232135BCAB5}" type="presOf" srcId="{2F6CB35B-2DCA-4CFC-AB71-26F1C91A0569}" destId="{D452EE57-4851-400E-9E0C-280E9DC762F0}" srcOrd="0" destOrd="0" presId="urn:microsoft.com/office/officeart/2005/8/layout/list1"/>
    <dgm:cxn modelId="{FC725FAF-1F84-4E64-9646-AA0D1E908C89}" type="presOf" srcId="{BF52B17B-05B7-4D2E-98EF-606B67DE4751}" destId="{C2BB8511-41EA-4357-A80B-A2F57A20A1D3}" srcOrd="1" destOrd="0" presId="urn:microsoft.com/office/officeart/2005/8/layout/list1"/>
    <dgm:cxn modelId="{DB8A0EBB-6EF7-48D4-9F44-A35128239408}" type="presOf" srcId="{8C6CB9BC-3812-4E10-A34D-C6523D2A71B6}" destId="{28143B87-B06A-406F-BDB8-9FC4E516CB90}" srcOrd="0" destOrd="0" presId="urn:microsoft.com/office/officeart/2005/8/layout/list1"/>
    <dgm:cxn modelId="{E8A25AD3-F425-4437-86A7-1BA1A3789A21}" type="presOf" srcId="{69A286A8-D1CA-4E23-835C-9E9A9E873202}" destId="{96DF23ED-718A-4F7A-8C09-C9BB030B5321}" srcOrd="1" destOrd="0" presId="urn:microsoft.com/office/officeart/2005/8/layout/list1"/>
    <dgm:cxn modelId="{44CE4FF1-8A2B-43D9-969A-D6140FFBFF11}" srcId="{2F6CB35B-2DCA-4CFC-AB71-26F1C91A0569}" destId="{BF52B17B-05B7-4D2E-98EF-606B67DE4751}" srcOrd="2" destOrd="0" parTransId="{196FBECF-074C-42F2-9F13-4F7734822916}" sibTransId="{30D8149A-553C-47DE-BC89-ADF62F9E3ABB}"/>
    <dgm:cxn modelId="{1433FFF7-2486-4E30-82AC-2DE46BAF1EF2}" type="presOf" srcId="{8C6CB9BC-3812-4E10-A34D-C6523D2A71B6}" destId="{31A39145-C2BC-4E11-A6CE-33570DEE977A}" srcOrd="1" destOrd="0" presId="urn:microsoft.com/office/officeart/2005/8/layout/list1"/>
    <dgm:cxn modelId="{C1AB10FA-296D-4B8F-85C6-7BEA33B67CE6}" srcId="{2F6CB35B-2DCA-4CFC-AB71-26F1C91A0569}" destId="{47544976-72DD-4F9A-BBF1-E04C4FD3280F}" srcOrd="1" destOrd="0" parTransId="{2AB0F981-3164-4FD1-862B-07731EF527A0}" sibTransId="{6A190A67-F14A-478D-8FFF-16076483537C}"/>
    <dgm:cxn modelId="{EC74EC12-0091-494F-88CD-4D90B7F94CF7}" type="presParOf" srcId="{D452EE57-4851-400E-9E0C-280E9DC762F0}" destId="{573C287B-F015-4024-AC1B-0ED31D3C3634}" srcOrd="0" destOrd="0" presId="urn:microsoft.com/office/officeart/2005/8/layout/list1"/>
    <dgm:cxn modelId="{95D315BC-02E3-4BED-9ABA-F61BDA87D197}" type="presParOf" srcId="{573C287B-F015-4024-AC1B-0ED31D3C3634}" destId="{23581134-FC87-4AB4-8980-17E16FB90AC0}" srcOrd="0" destOrd="0" presId="urn:microsoft.com/office/officeart/2005/8/layout/list1"/>
    <dgm:cxn modelId="{03EB3284-DED7-45A3-8475-D0C53338D735}" type="presParOf" srcId="{573C287B-F015-4024-AC1B-0ED31D3C3634}" destId="{EB5798AB-76B3-434F-BF99-E8EBD73B6156}" srcOrd="1" destOrd="0" presId="urn:microsoft.com/office/officeart/2005/8/layout/list1"/>
    <dgm:cxn modelId="{257CE9EF-62F7-41A9-9619-5D7BB51B0466}" type="presParOf" srcId="{D452EE57-4851-400E-9E0C-280E9DC762F0}" destId="{1852F8C0-3EAB-486D-B6DB-0E7F698752DC}" srcOrd="1" destOrd="0" presId="urn:microsoft.com/office/officeart/2005/8/layout/list1"/>
    <dgm:cxn modelId="{31460A6C-6E6D-46AE-8E23-113B016576FF}" type="presParOf" srcId="{D452EE57-4851-400E-9E0C-280E9DC762F0}" destId="{8F4BB8BB-EEB2-4173-B39F-C59AA398FEA4}" srcOrd="2" destOrd="0" presId="urn:microsoft.com/office/officeart/2005/8/layout/list1"/>
    <dgm:cxn modelId="{7D85F906-0F1D-4C61-8794-001C3CA6AE23}" type="presParOf" srcId="{D452EE57-4851-400E-9E0C-280E9DC762F0}" destId="{1D9E9D52-556D-4D77-8ECE-0A80E31162C0}" srcOrd="3" destOrd="0" presId="urn:microsoft.com/office/officeart/2005/8/layout/list1"/>
    <dgm:cxn modelId="{9FD53607-3B80-4C67-B035-84E3AA8B22C3}" type="presParOf" srcId="{D452EE57-4851-400E-9E0C-280E9DC762F0}" destId="{D1E3C6F0-F46A-455C-B91A-512144A1028D}" srcOrd="4" destOrd="0" presId="urn:microsoft.com/office/officeart/2005/8/layout/list1"/>
    <dgm:cxn modelId="{868EFCA7-0AD6-4255-9B0E-2356E63F8C4D}" type="presParOf" srcId="{D1E3C6F0-F46A-455C-B91A-512144A1028D}" destId="{3E17262E-84A7-4945-B9AA-E7445E0BD2EE}" srcOrd="0" destOrd="0" presId="urn:microsoft.com/office/officeart/2005/8/layout/list1"/>
    <dgm:cxn modelId="{26FB8423-4D75-47C1-A1ED-2E0934AD8C18}" type="presParOf" srcId="{D1E3C6F0-F46A-455C-B91A-512144A1028D}" destId="{CE24DD2D-F64A-4313-9FB7-1564B9897EB7}" srcOrd="1" destOrd="0" presId="urn:microsoft.com/office/officeart/2005/8/layout/list1"/>
    <dgm:cxn modelId="{504C2711-42FB-4898-A8FA-E4229D5BD19B}" type="presParOf" srcId="{D452EE57-4851-400E-9E0C-280E9DC762F0}" destId="{52BFB492-588D-4712-9ED0-EE094E01BA7C}" srcOrd="5" destOrd="0" presId="urn:microsoft.com/office/officeart/2005/8/layout/list1"/>
    <dgm:cxn modelId="{E29482CF-DAB4-4845-9447-7B9501AD4A22}" type="presParOf" srcId="{D452EE57-4851-400E-9E0C-280E9DC762F0}" destId="{7D2C4C50-E6CC-498F-8EB7-F36F1E869DBB}" srcOrd="6" destOrd="0" presId="urn:microsoft.com/office/officeart/2005/8/layout/list1"/>
    <dgm:cxn modelId="{9B460967-5366-4223-AC95-5BB5C06E7809}" type="presParOf" srcId="{D452EE57-4851-400E-9E0C-280E9DC762F0}" destId="{FA36E65C-FA8C-40CD-A564-C65452E1A1EC}" srcOrd="7" destOrd="0" presId="urn:microsoft.com/office/officeart/2005/8/layout/list1"/>
    <dgm:cxn modelId="{E5DC06FC-C87E-451F-825C-51D51B0E72DB}" type="presParOf" srcId="{D452EE57-4851-400E-9E0C-280E9DC762F0}" destId="{3F125337-8B63-4985-8611-152A8C2815A6}" srcOrd="8" destOrd="0" presId="urn:microsoft.com/office/officeart/2005/8/layout/list1"/>
    <dgm:cxn modelId="{FAC76986-BE6D-450D-AFFF-77FB986E33EC}" type="presParOf" srcId="{3F125337-8B63-4985-8611-152A8C2815A6}" destId="{D82E4ECD-D1FA-4353-AA24-75E5F2B60F29}" srcOrd="0" destOrd="0" presId="urn:microsoft.com/office/officeart/2005/8/layout/list1"/>
    <dgm:cxn modelId="{C1E96AD7-749E-4826-B128-4A1503288EBC}" type="presParOf" srcId="{3F125337-8B63-4985-8611-152A8C2815A6}" destId="{C2BB8511-41EA-4357-A80B-A2F57A20A1D3}" srcOrd="1" destOrd="0" presId="urn:microsoft.com/office/officeart/2005/8/layout/list1"/>
    <dgm:cxn modelId="{603C00C4-6CAF-40DD-AA34-4F1783493E33}" type="presParOf" srcId="{D452EE57-4851-400E-9E0C-280E9DC762F0}" destId="{15C00D1A-E7A5-4BDF-BA6A-CB3F1DDD9F99}" srcOrd="9" destOrd="0" presId="urn:microsoft.com/office/officeart/2005/8/layout/list1"/>
    <dgm:cxn modelId="{7677A0DB-92A7-409B-8ABF-49F32B523343}" type="presParOf" srcId="{D452EE57-4851-400E-9E0C-280E9DC762F0}" destId="{EC8131FF-1A23-4A38-8123-F16CFB619354}" srcOrd="10" destOrd="0" presId="urn:microsoft.com/office/officeart/2005/8/layout/list1"/>
    <dgm:cxn modelId="{112867BE-064D-41BE-A06D-1EF87DD16022}" type="presParOf" srcId="{D452EE57-4851-400E-9E0C-280E9DC762F0}" destId="{2BD27EA3-CEA1-4DBE-8CB2-D1D30C06AC78}" srcOrd="11" destOrd="0" presId="urn:microsoft.com/office/officeart/2005/8/layout/list1"/>
    <dgm:cxn modelId="{D18C09EA-B2D6-493C-81A5-BC39D217B9B9}" type="presParOf" srcId="{D452EE57-4851-400E-9E0C-280E9DC762F0}" destId="{6D451D03-6AFD-4BB5-804E-E68C49949AA8}" srcOrd="12" destOrd="0" presId="urn:microsoft.com/office/officeart/2005/8/layout/list1"/>
    <dgm:cxn modelId="{9E8BC15C-624D-4BD5-9DC5-DC542D44B427}" type="presParOf" srcId="{6D451D03-6AFD-4BB5-804E-E68C49949AA8}" destId="{28143B87-B06A-406F-BDB8-9FC4E516CB90}" srcOrd="0" destOrd="0" presId="urn:microsoft.com/office/officeart/2005/8/layout/list1"/>
    <dgm:cxn modelId="{1E81147C-2C4B-401F-8D88-A34408DD2102}" type="presParOf" srcId="{6D451D03-6AFD-4BB5-804E-E68C49949AA8}" destId="{31A39145-C2BC-4E11-A6CE-33570DEE977A}" srcOrd="1" destOrd="0" presId="urn:microsoft.com/office/officeart/2005/8/layout/list1"/>
    <dgm:cxn modelId="{17E8291E-9FAE-4169-9A38-D919C12B4E16}" type="presParOf" srcId="{D452EE57-4851-400E-9E0C-280E9DC762F0}" destId="{E8545444-CA73-4C13-9230-F98D829107C3}" srcOrd="13" destOrd="0" presId="urn:microsoft.com/office/officeart/2005/8/layout/list1"/>
    <dgm:cxn modelId="{13CF5C9F-150E-4FF9-830D-804AF365DFCA}" type="presParOf" srcId="{D452EE57-4851-400E-9E0C-280E9DC762F0}" destId="{C8755F3D-37EB-4503-A526-B40C88A330BA}" srcOrd="14" destOrd="0" presId="urn:microsoft.com/office/officeart/2005/8/layout/list1"/>
    <dgm:cxn modelId="{EEDF154B-0BA7-4FA2-962B-6D93B58D00CB}" type="presParOf" srcId="{D452EE57-4851-400E-9E0C-280E9DC762F0}" destId="{78BC53C1-2742-4200-8027-50068BF3E2D6}" srcOrd="15" destOrd="0" presId="urn:microsoft.com/office/officeart/2005/8/layout/list1"/>
    <dgm:cxn modelId="{67ACAF88-95CB-4661-B738-3DD5EEABFA59}" type="presParOf" srcId="{D452EE57-4851-400E-9E0C-280E9DC762F0}" destId="{4BB3D633-F7DE-4927-B147-396E1FEA3540}" srcOrd="16" destOrd="0" presId="urn:microsoft.com/office/officeart/2005/8/layout/list1"/>
    <dgm:cxn modelId="{A527B07B-57EA-44E1-AE85-56C724E623DE}" type="presParOf" srcId="{4BB3D633-F7DE-4927-B147-396E1FEA3540}" destId="{540E5FAB-7BF4-45A1-A8AA-42B42A0BF7D4}" srcOrd="0" destOrd="0" presId="urn:microsoft.com/office/officeart/2005/8/layout/list1"/>
    <dgm:cxn modelId="{1F0AF2DF-D1F2-41EE-BC7B-D1BD0B2924DF}" type="presParOf" srcId="{4BB3D633-F7DE-4927-B147-396E1FEA3540}" destId="{96DF23ED-718A-4F7A-8C09-C9BB030B5321}" srcOrd="1" destOrd="0" presId="urn:microsoft.com/office/officeart/2005/8/layout/list1"/>
    <dgm:cxn modelId="{55DF4766-AE2B-4996-9D94-8070D681B9FB}" type="presParOf" srcId="{D452EE57-4851-400E-9E0C-280E9DC762F0}" destId="{8EEE961A-84DB-4A15-8E00-50BB687A5277}" srcOrd="17" destOrd="0" presId="urn:microsoft.com/office/officeart/2005/8/layout/list1"/>
    <dgm:cxn modelId="{287C5F9D-057C-4E2C-BB2C-A1C70102736B}" type="presParOf" srcId="{D452EE57-4851-400E-9E0C-280E9DC762F0}" destId="{75047BF0-02E0-4C61-B530-BA45BF294D55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6E6E714-630F-46D3-8473-1BBE3ADBA95E}" type="doc">
      <dgm:prSet loTypeId="urn:microsoft.com/office/officeart/2005/8/layout/arrow5" loCatId="relationship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6B56ED3-3EB9-482D-8200-7DAA9FED1BA0}">
      <dgm:prSet/>
      <dgm:spPr/>
      <dgm:t>
        <a:bodyPr/>
        <a:lstStyle/>
        <a:p>
          <a:r>
            <a:rPr lang="ru-RU"/>
            <a:t>ошибки при расчетах</a:t>
          </a:r>
          <a:endParaRPr lang="en-US"/>
        </a:p>
      </dgm:t>
    </dgm:pt>
    <dgm:pt modelId="{185E9572-2935-4E28-800D-96FF50682FBB}" type="parTrans" cxnId="{1C1897B3-C030-4D3A-9404-D99D80C46B8B}">
      <dgm:prSet/>
      <dgm:spPr/>
      <dgm:t>
        <a:bodyPr/>
        <a:lstStyle/>
        <a:p>
          <a:endParaRPr lang="en-US"/>
        </a:p>
      </dgm:t>
    </dgm:pt>
    <dgm:pt modelId="{B7437536-4B65-47BF-9294-626C437E3324}" type="sibTrans" cxnId="{1C1897B3-C030-4D3A-9404-D99D80C46B8B}">
      <dgm:prSet/>
      <dgm:spPr/>
      <dgm:t>
        <a:bodyPr/>
        <a:lstStyle/>
        <a:p>
          <a:endParaRPr lang="en-US"/>
        </a:p>
      </dgm:t>
    </dgm:pt>
    <dgm:pt modelId="{14E13B31-9F4D-4636-A3C2-064512A0F30F}">
      <dgm:prSet/>
      <dgm:spPr/>
      <dgm:t>
        <a:bodyPr/>
        <a:lstStyle/>
        <a:p>
          <a:r>
            <a:rPr lang="ru-RU"/>
            <a:t>потеря документов</a:t>
          </a:r>
          <a:endParaRPr lang="en-US"/>
        </a:p>
      </dgm:t>
    </dgm:pt>
    <dgm:pt modelId="{BAC66CC2-9887-42B3-BB3D-563DA58A5EEE}" type="parTrans" cxnId="{DC316826-10C3-46FB-B1B0-7697FBD245D0}">
      <dgm:prSet/>
      <dgm:spPr/>
      <dgm:t>
        <a:bodyPr/>
        <a:lstStyle/>
        <a:p>
          <a:endParaRPr lang="en-US"/>
        </a:p>
      </dgm:t>
    </dgm:pt>
    <dgm:pt modelId="{DB319269-0B72-44FB-A14E-711DA476D7B9}" type="sibTrans" cxnId="{DC316826-10C3-46FB-B1B0-7697FBD245D0}">
      <dgm:prSet/>
      <dgm:spPr/>
      <dgm:t>
        <a:bodyPr/>
        <a:lstStyle/>
        <a:p>
          <a:endParaRPr lang="en-US"/>
        </a:p>
      </dgm:t>
    </dgm:pt>
    <dgm:pt modelId="{BF75EC74-3126-45A2-8CDF-917B08FB694B}">
      <dgm:prSet/>
      <dgm:spPr/>
      <dgm:t>
        <a:bodyPr/>
        <a:lstStyle/>
        <a:p>
          <a:r>
            <a:rPr lang="ru-RU"/>
            <a:t>большие временные затраты</a:t>
          </a:r>
          <a:endParaRPr lang="en-US"/>
        </a:p>
      </dgm:t>
    </dgm:pt>
    <dgm:pt modelId="{7617352A-3A16-400A-9E9F-F196D66BA335}" type="parTrans" cxnId="{912322B9-2BA5-4E49-B13A-B05F40765EA7}">
      <dgm:prSet/>
      <dgm:spPr/>
      <dgm:t>
        <a:bodyPr/>
        <a:lstStyle/>
        <a:p>
          <a:endParaRPr lang="en-US"/>
        </a:p>
      </dgm:t>
    </dgm:pt>
    <dgm:pt modelId="{FB2A8322-DDDF-42E5-8250-3F3643EB4036}" type="sibTrans" cxnId="{912322B9-2BA5-4E49-B13A-B05F40765EA7}">
      <dgm:prSet/>
      <dgm:spPr/>
      <dgm:t>
        <a:bodyPr/>
        <a:lstStyle/>
        <a:p>
          <a:endParaRPr lang="en-US"/>
        </a:p>
      </dgm:t>
    </dgm:pt>
    <dgm:pt modelId="{6BA9C1FD-BCF5-4B9D-92F0-40773A85A3EC}">
      <dgm:prSet/>
      <dgm:spPr/>
      <dgm:t>
        <a:bodyPr/>
        <a:lstStyle/>
        <a:p>
          <a:r>
            <a:rPr lang="ru-RU"/>
            <a:t>сложность формирования отчетности</a:t>
          </a:r>
          <a:endParaRPr lang="en-US"/>
        </a:p>
      </dgm:t>
    </dgm:pt>
    <dgm:pt modelId="{9038011C-15F0-4AE5-80D6-B094722EEE57}" type="parTrans" cxnId="{1336EBDA-8011-4F37-BB83-5685CB56786A}">
      <dgm:prSet/>
      <dgm:spPr/>
      <dgm:t>
        <a:bodyPr/>
        <a:lstStyle/>
        <a:p>
          <a:endParaRPr lang="en-US"/>
        </a:p>
      </dgm:t>
    </dgm:pt>
    <dgm:pt modelId="{6AFCC944-1032-4903-9D71-B6F0330C2650}" type="sibTrans" cxnId="{1336EBDA-8011-4F37-BB83-5685CB56786A}">
      <dgm:prSet/>
      <dgm:spPr/>
      <dgm:t>
        <a:bodyPr/>
        <a:lstStyle/>
        <a:p>
          <a:endParaRPr lang="en-US"/>
        </a:p>
      </dgm:t>
    </dgm:pt>
    <dgm:pt modelId="{41EF111C-2AF5-4D40-9288-A2B9ABEDBC0B}">
      <dgm:prSet/>
      <dgm:spPr/>
      <dgm:t>
        <a:bodyPr/>
        <a:lstStyle/>
        <a:p>
          <a:r>
            <a:rPr lang="ru-RU"/>
            <a:t>низкая оперативность информации</a:t>
          </a:r>
          <a:endParaRPr lang="en-US"/>
        </a:p>
      </dgm:t>
    </dgm:pt>
    <dgm:pt modelId="{2F84B31A-D01C-4204-95B5-F685C2146567}" type="parTrans" cxnId="{EC11B9CB-B555-4A22-B262-E253CD18BAAE}">
      <dgm:prSet/>
      <dgm:spPr/>
      <dgm:t>
        <a:bodyPr/>
        <a:lstStyle/>
        <a:p>
          <a:endParaRPr lang="en-US"/>
        </a:p>
      </dgm:t>
    </dgm:pt>
    <dgm:pt modelId="{88F8D973-9F15-4025-B820-968186A4534B}" type="sibTrans" cxnId="{EC11B9CB-B555-4A22-B262-E253CD18BAAE}">
      <dgm:prSet/>
      <dgm:spPr/>
      <dgm:t>
        <a:bodyPr/>
        <a:lstStyle/>
        <a:p>
          <a:endParaRPr lang="en-US"/>
        </a:p>
      </dgm:t>
    </dgm:pt>
    <dgm:pt modelId="{C385E7A8-D4B9-4CBC-8847-713A6977E5CA}" type="pres">
      <dgm:prSet presAssocID="{06E6E714-630F-46D3-8473-1BBE3ADBA95E}" presName="diagram" presStyleCnt="0">
        <dgm:presLayoutVars>
          <dgm:dir/>
          <dgm:resizeHandles val="exact"/>
        </dgm:presLayoutVars>
      </dgm:prSet>
      <dgm:spPr/>
    </dgm:pt>
    <dgm:pt modelId="{FABAD197-CAEB-4CB4-85C2-0DFA0EE08CEE}" type="pres">
      <dgm:prSet presAssocID="{66B56ED3-3EB9-482D-8200-7DAA9FED1BA0}" presName="arrow" presStyleLbl="node1" presStyleIdx="0" presStyleCnt="5">
        <dgm:presLayoutVars>
          <dgm:bulletEnabled val="1"/>
        </dgm:presLayoutVars>
      </dgm:prSet>
      <dgm:spPr/>
    </dgm:pt>
    <dgm:pt modelId="{A343D3A4-03F4-458F-AD68-A39CB5B14EAA}" type="pres">
      <dgm:prSet presAssocID="{14E13B31-9F4D-4636-A3C2-064512A0F30F}" presName="arrow" presStyleLbl="node1" presStyleIdx="1" presStyleCnt="5">
        <dgm:presLayoutVars>
          <dgm:bulletEnabled val="1"/>
        </dgm:presLayoutVars>
      </dgm:prSet>
      <dgm:spPr/>
    </dgm:pt>
    <dgm:pt modelId="{EFB34330-512B-4973-A550-B00CFFD508BE}" type="pres">
      <dgm:prSet presAssocID="{BF75EC74-3126-45A2-8CDF-917B08FB694B}" presName="arrow" presStyleLbl="node1" presStyleIdx="2" presStyleCnt="5">
        <dgm:presLayoutVars>
          <dgm:bulletEnabled val="1"/>
        </dgm:presLayoutVars>
      </dgm:prSet>
      <dgm:spPr/>
    </dgm:pt>
    <dgm:pt modelId="{9578CF50-6492-43B7-976F-726E291C6133}" type="pres">
      <dgm:prSet presAssocID="{6BA9C1FD-BCF5-4B9D-92F0-40773A85A3EC}" presName="arrow" presStyleLbl="node1" presStyleIdx="3" presStyleCnt="5">
        <dgm:presLayoutVars>
          <dgm:bulletEnabled val="1"/>
        </dgm:presLayoutVars>
      </dgm:prSet>
      <dgm:spPr/>
    </dgm:pt>
    <dgm:pt modelId="{F233D797-76F3-470B-9C3A-7055B67AAC42}" type="pres">
      <dgm:prSet presAssocID="{41EF111C-2AF5-4D40-9288-A2B9ABEDBC0B}" presName="arrow" presStyleLbl="node1" presStyleIdx="4" presStyleCnt="5">
        <dgm:presLayoutVars>
          <dgm:bulletEnabled val="1"/>
        </dgm:presLayoutVars>
      </dgm:prSet>
      <dgm:spPr/>
    </dgm:pt>
  </dgm:ptLst>
  <dgm:cxnLst>
    <dgm:cxn modelId="{499DF609-67CD-4FB3-B2FB-352899353E15}" type="presOf" srcId="{41EF111C-2AF5-4D40-9288-A2B9ABEDBC0B}" destId="{F233D797-76F3-470B-9C3A-7055B67AAC42}" srcOrd="0" destOrd="0" presId="urn:microsoft.com/office/officeart/2005/8/layout/arrow5"/>
    <dgm:cxn modelId="{4B68D10B-6C60-495E-9114-2A42F110552C}" type="presOf" srcId="{14E13B31-9F4D-4636-A3C2-064512A0F30F}" destId="{A343D3A4-03F4-458F-AD68-A39CB5B14EAA}" srcOrd="0" destOrd="0" presId="urn:microsoft.com/office/officeart/2005/8/layout/arrow5"/>
    <dgm:cxn modelId="{DC316826-10C3-46FB-B1B0-7697FBD245D0}" srcId="{06E6E714-630F-46D3-8473-1BBE3ADBA95E}" destId="{14E13B31-9F4D-4636-A3C2-064512A0F30F}" srcOrd="1" destOrd="0" parTransId="{BAC66CC2-9887-42B3-BB3D-563DA58A5EEE}" sibTransId="{DB319269-0B72-44FB-A14E-711DA476D7B9}"/>
    <dgm:cxn modelId="{E0EE6171-1AB9-445F-955B-1CA1970F133C}" type="presOf" srcId="{BF75EC74-3126-45A2-8CDF-917B08FB694B}" destId="{EFB34330-512B-4973-A550-B00CFFD508BE}" srcOrd="0" destOrd="0" presId="urn:microsoft.com/office/officeart/2005/8/layout/arrow5"/>
    <dgm:cxn modelId="{9ADF5B87-090C-47E6-B114-37197339F6AA}" type="presOf" srcId="{6BA9C1FD-BCF5-4B9D-92F0-40773A85A3EC}" destId="{9578CF50-6492-43B7-976F-726E291C6133}" srcOrd="0" destOrd="0" presId="urn:microsoft.com/office/officeart/2005/8/layout/arrow5"/>
    <dgm:cxn modelId="{17D07A95-266A-476B-B5BA-753DEB434A27}" type="presOf" srcId="{06E6E714-630F-46D3-8473-1BBE3ADBA95E}" destId="{C385E7A8-D4B9-4CBC-8847-713A6977E5CA}" srcOrd="0" destOrd="0" presId="urn:microsoft.com/office/officeart/2005/8/layout/arrow5"/>
    <dgm:cxn modelId="{1C1897B3-C030-4D3A-9404-D99D80C46B8B}" srcId="{06E6E714-630F-46D3-8473-1BBE3ADBA95E}" destId="{66B56ED3-3EB9-482D-8200-7DAA9FED1BA0}" srcOrd="0" destOrd="0" parTransId="{185E9572-2935-4E28-800D-96FF50682FBB}" sibTransId="{B7437536-4B65-47BF-9294-626C437E3324}"/>
    <dgm:cxn modelId="{912322B9-2BA5-4E49-B13A-B05F40765EA7}" srcId="{06E6E714-630F-46D3-8473-1BBE3ADBA95E}" destId="{BF75EC74-3126-45A2-8CDF-917B08FB694B}" srcOrd="2" destOrd="0" parTransId="{7617352A-3A16-400A-9E9F-F196D66BA335}" sibTransId="{FB2A8322-DDDF-42E5-8250-3F3643EB4036}"/>
    <dgm:cxn modelId="{EC11B9CB-B555-4A22-B262-E253CD18BAAE}" srcId="{06E6E714-630F-46D3-8473-1BBE3ADBA95E}" destId="{41EF111C-2AF5-4D40-9288-A2B9ABEDBC0B}" srcOrd="4" destOrd="0" parTransId="{2F84B31A-D01C-4204-95B5-F685C2146567}" sibTransId="{88F8D973-9F15-4025-B820-968186A4534B}"/>
    <dgm:cxn modelId="{1336EBDA-8011-4F37-BB83-5685CB56786A}" srcId="{06E6E714-630F-46D3-8473-1BBE3ADBA95E}" destId="{6BA9C1FD-BCF5-4B9D-92F0-40773A85A3EC}" srcOrd="3" destOrd="0" parTransId="{9038011C-15F0-4AE5-80D6-B094722EEE57}" sibTransId="{6AFCC944-1032-4903-9D71-B6F0330C2650}"/>
    <dgm:cxn modelId="{B1BE62E1-17AB-428F-95D3-E43A9BE59631}" type="presOf" srcId="{66B56ED3-3EB9-482D-8200-7DAA9FED1BA0}" destId="{FABAD197-CAEB-4CB4-85C2-0DFA0EE08CEE}" srcOrd="0" destOrd="0" presId="urn:microsoft.com/office/officeart/2005/8/layout/arrow5"/>
    <dgm:cxn modelId="{9D16B705-4819-466D-8140-4F9106C179DD}" type="presParOf" srcId="{C385E7A8-D4B9-4CBC-8847-713A6977E5CA}" destId="{FABAD197-CAEB-4CB4-85C2-0DFA0EE08CEE}" srcOrd="0" destOrd="0" presId="urn:microsoft.com/office/officeart/2005/8/layout/arrow5"/>
    <dgm:cxn modelId="{4468A0AC-63B7-4422-B170-D47B11393F20}" type="presParOf" srcId="{C385E7A8-D4B9-4CBC-8847-713A6977E5CA}" destId="{A343D3A4-03F4-458F-AD68-A39CB5B14EAA}" srcOrd="1" destOrd="0" presId="urn:microsoft.com/office/officeart/2005/8/layout/arrow5"/>
    <dgm:cxn modelId="{12E659C7-53E0-4F5E-8DEF-D57DE2617C6E}" type="presParOf" srcId="{C385E7A8-D4B9-4CBC-8847-713A6977E5CA}" destId="{EFB34330-512B-4973-A550-B00CFFD508BE}" srcOrd="2" destOrd="0" presId="urn:microsoft.com/office/officeart/2005/8/layout/arrow5"/>
    <dgm:cxn modelId="{77EBE807-72BB-46C8-AAC8-72F7F91ADB06}" type="presParOf" srcId="{C385E7A8-D4B9-4CBC-8847-713A6977E5CA}" destId="{9578CF50-6492-43B7-976F-726E291C6133}" srcOrd="3" destOrd="0" presId="urn:microsoft.com/office/officeart/2005/8/layout/arrow5"/>
    <dgm:cxn modelId="{185162C5-B915-446B-9CF0-DBDD689C1E95}" type="presParOf" srcId="{C385E7A8-D4B9-4CBC-8847-713A6977E5CA}" destId="{F233D797-76F3-470B-9C3A-7055B67AAC42}" srcOrd="4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E3A5FD7-F7C9-4936-A4BC-F5DE5E2FC2B8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746745C-6B00-4C7F-AF9B-BDDCD9261224}">
      <dgm:prSet/>
      <dgm:spPr/>
      <dgm:t>
        <a:bodyPr/>
        <a:lstStyle/>
        <a:p>
          <a:r>
            <a:rPr lang="ru-RU"/>
            <a:t>1С:Бухгалтерия</a:t>
          </a:r>
          <a:endParaRPr lang="en-US"/>
        </a:p>
      </dgm:t>
    </dgm:pt>
    <dgm:pt modelId="{3325CDB8-E57C-4BEC-A139-CB9519C1359C}" type="parTrans" cxnId="{6E13DC11-A6D7-4076-8723-1E347EDE915E}">
      <dgm:prSet/>
      <dgm:spPr/>
      <dgm:t>
        <a:bodyPr/>
        <a:lstStyle/>
        <a:p>
          <a:endParaRPr lang="en-US"/>
        </a:p>
      </dgm:t>
    </dgm:pt>
    <dgm:pt modelId="{6987F24D-AACE-4DF7-9BDB-AAA18B8F7AAE}" type="sibTrans" cxnId="{6E13DC11-A6D7-4076-8723-1E347EDE915E}">
      <dgm:prSet/>
      <dgm:spPr/>
      <dgm:t>
        <a:bodyPr/>
        <a:lstStyle/>
        <a:p>
          <a:endParaRPr lang="en-US"/>
        </a:p>
      </dgm:t>
    </dgm:pt>
    <dgm:pt modelId="{F58A6DB3-53BC-45C0-9CDD-DBDB3B5A279F}">
      <dgm:prSet/>
      <dgm:spPr/>
      <dgm:t>
        <a:bodyPr/>
        <a:lstStyle/>
        <a:p>
          <a:r>
            <a:rPr lang="ru-RU"/>
            <a:t>Парус</a:t>
          </a:r>
          <a:endParaRPr lang="en-US"/>
        </a:p>
      </dgm:t>
    </dgm:pt>
    <dgm:pt modelId="{984493ED-53C1-424B-8222-E54E7C64CB01}" type="parTrans" cxnId="{B02AC123-21B3-46B1-B688-96D3147930A9}">
      <dgm:prSet/>
      <dgm:spPr/>
      <dgm:t>
        <a:bodyPr/>
        <a:lstStyle/>
        <a:p>
          <a:endParaRPr lang="en-US"/>
        </a:p>
      </dgm:t>
    </dgm:pt>
    <dgm:pt modelId="{B216E0B7-3BB3-4A5A-8C7E-8C9FD7B6EFC5}" type="sibTrans" cxnId="{B02AC123-21B3-46B1-B688-96D3147930A9}">
      <dgm:prSet/>
      <dgm:spPr/>
      <dgm:t>
        <a:bodyPr/>
        <a:lstStyle/>
        <a:p>
          <a:endParaRPr lang="en-US"/>
        </a:p>
      </dgm:t>
    </dgm:pt>
    <dgm:pt modelId="{48AE7438-4453-4638-B48B-5E51949E5D2A}">
      <dgm:prSet/>
      <dgm:spPr/>
      <dgm:t>
        <a:bodyPr/>
        <a:lstStyle/>
        <a:p>
          <a:r>
            <a:rPr lang="ru-RU"/>
            <a:t>БЭСТ</a:t>
          </a:r>
          <a:endParaRPr lang="en-US"/>
        </a:p>
      </dgm:t>
    </dgm:pt>
    <dgm:pt modelId="{CE3A0573-7398-4251-AF1E-6C0A33E94553}" type="parTrans" cxnId="{20AF94F3-8D0E-473B-8548-68BFB8BDCB41}">
      <dgm:prSet/>
      <dgm:spPr/>
      <dgm:t>
        <a:bodyPr/>
        <a:lstStyle/>
        <a:p>
          <a:endParaRPr lang="en-US"/>
        </a:p>
      </dgm:t>
    </dgm:pt>
    <dgm:pt modelId="{6DC0C7C0-ABDF-44C1-946A-49943FEFCC37}" type="sibTrans" cxnId="{20AF94F3-8D0E-473B-8548-68BFB8BDCB41}">
      <dgm:prSet/>
      <dgm:spPr/>
      <dgm:t>
        <a:bodyPr/>
        <a:lstStyle/>
        <a:p>
          <a:endParaRPr lang="en-US"/>
        </a:p>
      </dgm:t>
    </dgm:pt>
    <dgm:pt modelId="{A3B5C0D5-D2D8-468C-A0EA-393CB0FA6D7D}">
      <dgm:prSet/>
      <dgm:spPr/>
      <dgm:t>
        <a:bodyPr/>
        <a:lstStyle/>
        <a:p>
          <a:r>
            <a:rPr lang="ru-RU"/>
            <a:t>облачные сервисы (SaaS-решения)</a:t>
          </a:r>
          <a:endParaRPr lang="en-US"/>
        </a:p>
      </dgm:t>
    </dgm:pt>
    <dgm:pt modelId="{9560D993-7A4C-4926-A729-4C8E550A65ED}" type="parTrans" cxnId="{68050920-A3F4-441F-A8DF-AB23893F9450}">
      <dgm:prSet/>
      <dgm:spPr/>
      <dgm:t>
        <a:bodyPr/>
        <a:lstStyle/>
        <a:p>
          <a:endParaRPr lang="en-US"/>
        </a:p>
      </dgm:t>
    </dgm:pt>
    <dgm:pt modelId="{D31584C2-C95E-4147-8228-1C2E5837CC25}" type="sibTrans" cxnId="{68050920-A3F4-441F-A8DF-AB23893F9450}">
      <dgm:prSet/>
      <dgm:spPr/>
      <dgm:t>
        <a:bodyPr/>
        <a:lstStyle/>
        <a:p>
          <a:endParaRPr lang="en-US"/>
        </a:p>
      </dgm:t>
    </dgm:pt>
    <dgm:pt modelId="{F49E3D42-2BAE-4962-86AD-722E12A53C91}" type="pres">
      <dgm:prSet presAssocID="{DE3A5FD7-F7C9-4936-A4BC-F5DE5E2FC2B8}" presName="linear" presStyleCnt="0">
        <dgm:presLayoutVars>
          <dgm:dir/>
          <dgm:animLvl val="lvl"/>
          <dgm:resizeHandles val="exact"/>
        </dgm:presLayoutVars>
      </dgm:prSet>
      <dgm:spPr/>
    </dgm:pt>
    <dgm:pt modelId="{4AF00824-8C51-43F9-A890-B0CA767D93F8}" type="pres">
      <dgm:prSet presAssocID="{8746745C-6B00-4C7F-AF9B-BDDCD9261224}" presName="parentLin" presStyleCnt="0"/>
      <dgm:spPr/>
    </dgm:pt>
    <dgm:pt modelId="{5788E545-3813-4D0D-97B6-7E7131B65E07}" type="pres">
      <dgm:prSet presAssocID="{8746745C-6B00-4C7F-AF9B-BDDCD9261224}" presName="parentLeftMargin" presStyleLbl="node1" presStyleIdx="0" presStyleCnt="4"/>
      <dgm:spPr/>
    </dgm:pt>
    <dgm:pt modelId="{833BC552-30A8-4113-9276-F7FFBCE069E9}" type="pres">
      <dgm:prSet presAssocID="{8746745C-6B00-4C7F-AF9B-BDDCD926122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063F852-2F1B-4498-82E6-5DEA6DE5C7EF}" type="pres">
      <dgm:prSet presAssocID="{8746745C-6B00-4C7F-AF9B-BDDCD9261224}" presName="negativeSpace" presStyleCnt="0"/>
      <dgm:spPr/>
    </dgm:pt>
    <dgm:pt modelId="{48CCA651-5203-453B-854F-FA9DA4E47910}" type="pres">
      <dgm:prSet presAssocID="{8746745C-6B00-4C7F-AF9B-BDDCD9261224}" presName="childText" presStyleLbl="conFgAcc1" presStyleIdx="0" presStyleCnt="4">
        <dgm:presLayoutVars>
          <dgm:bulletEnabled val="1"/>
        </dgm:presLayoutVars>
      </dgm:prSet>
      <dgm:spPr/>
    </dgm:pt>
    <dgm:pt modelId="{4394E48D-A14F-4494-BEC1-3E3ADD2D470F}" type="pres">
      <dgm:prSet presAssocID="{6987F24D-AACE-4DF7-9BDB-AAA18B8F7AAE}" presName="spaceBetweenRectangles" presStyleCnt="0"/>
      <dgm:spPr/>
    </dgm:pt>
    <dgm:pt modelId="{4E15646D-7DD8-4B61-9832-173026D3FE83}" type="pres">
      <dgm:prSet presAssocID="{F58A6DB3-53BC-45C0-9CDD-DBDB3B5A279F}" presName="parentLin" presStyleCnt="0"/>
      <dgm:spPr/>
    </dgm:pt>
    <dgm:pt modelId="{3FBC543B-0874-4291-8387-9C24E8ACF6D8}" type="pres">
      <dgm:prSet presAssocID="{F58A6DB3-53BC-45C0-9CDD-DBDB3B5A279F}" presName="parentLeftMargin" presStyleLbl="node1" presStyleIdx="0" presStyleCnt="4"/>
      <dgm:spPr/>
    </dgm:pt>
    <dgm:pt modelId="{3FD991B2-7958-42FA-B988-29592B887D49}" type="pres">
      <dgm:prSet presAssocID="{F58A6DB3-53BC-45C0-9CDD-DBDB3B5A279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211945E-1CC6-4295-80A0-DA360F15496F}" type="pres">
      <dgm:prSet presAssocID="{F58A6DB3-53BC-45C0-9CDD-DBDB3B5A279F}" presName="negativeSpace" presStyleCnt="0"/>
      <dgm:spPr/>
    </dgm:pt>
    <dgm:pt modelId="{697B45F8-B573-430F-B84D-AC2956365242}" type="pres">
      <dgm:prSet presAssocID="{F58A6DB3-53BC-45C0-9CDD-DBDB3B5A279F}" presName="childText" presStyleLbl="conFgAcc1" presStyleIdx="1" presStyleCnt="4">
        <dgm:presLayoutVars>
          <dgm:bulletEnabled val="1"/>
        </dgm:presLayoutVars>
      </dgm:prSet>
      <dgm:spPr/>
    </dgm:pt>
    <dgm:pt modelId="{7A5282A9-09BA-432C-AC1E-F43A86DA7D7F}" type="pres">
      <dgm:prSet presAssocID="{B216E0B7-3BB3-4A5A-8C7E-8C9FD7B6EFC5}" presName="spaceBetweenRectangles" presStyleCnt="0"/>
      <dgm:spPr/>
    </dgm:pt>
    <dgm:pt modelId="{311CC64B-833A-4570-A286-289F6C9E2444}" type="pres">
      <dgm:prSet presAssocID="{48AE7438-4453-4638-B48B-5E51949E5D2A}" presName="parentLin" presStyleCnt="0"/>
      <dgm:spPr/>
    </dgm:pt>
    <dgm:pt modelId="{66480F7C-BC78-4D1A-824A-6C5363198F95}" type="pres">
      <dgm:prSet presAssocID="{48AE7438-4453-4638-B48B-5E51949E5D2A}" presName="parentLeftMargin" presStyleLbl="node1" presStyleIdx="1" presStyleCnt="4"/>
      <dgm:spPr/>
    </dgm:pt>
    <dgm:pt modelId="{0D079D31-7B5C-4817-8854-A4A168573ABB}" type="pres">
      <dgm:prSet presAssocID="{48AE7438-4453-4638-B48B-5E51949E5D2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4049F94-5A9B-401F-A676-CE56DCBA4247}" type="pres">
      <dgm:prSet presAssocID="{48AE7438-4453-4638-B48B-5E51949E5D2A}" presName="negativeSpace" presStyleCnt="0"/>
      <dgm:spPr/>
    </dgm:pt>
    <dgm:pt modelId="{D91D9FA0-83CC-4483-B02D-C03C34DCAF1B}" type="pres">
      <dgm:prSet presAssocID="{48AE7438-4453-4638-B48B-5E51949E5D2A}" presName="childText" presStyleLbl="conFgAcc1" presStyleIdx="2" presStyleCnt="4">
        <dgm:presLayoutVars>
          <dgm:bulletEnabled val="1"/>
        </dgm:presLayoutVars>
      </dgm:prSet>
      <dgm:spPr/>
    </dgm:pt>
    <dgm:pt modelId="{6E7E93E7-8872-4EC2-BF7E-9387895CDE83}" type="pres">
      <dgm:prSet presAssocID="{6DC0C7C0-ABDF-44C1-946A-49943FEFCC37}" presName="spaceBetweenRectangles" presStyleCnt="0"/>
      <dgm:spPr/>
    </dgm:pt>
    <dgm:pt modelId="{21830B8A-4D32-4E3C-BCE7-79F728C89A77}" type="pres">
      <dgm:prSet presAssocID="{A3B5C0D5-D2D8-468C-A0EA-393CB0FA6D7D}" presName="parentLin" presStyleCnt="0"/>
      <dgm:spPr/>
    </dgm:pt>
    <dgm:pt modelId="{073C79B1-B3B4-44F1-A787-E0531F4CB558}" type="pres">
      <dgm:prSet presAssocID="{A3B5C0D5-D2D8-468C-A0EA-393CB0FA6D7D}" presName="parentLeftMargin" presStyleLbl="node1" presStyleIdx="2" presStyleCnt="4"/>
      <dgm:spPr/>
    </dgm:pt>
    <dgm:pt modelId="{A94F0988-5298-4D74-9FBB-1D400473A205}" type="pres">
      <dgm:prSet presAssocID="{A3B5C0D5-D2D8-468C-A0EA-393CB0FA6D7D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CFA0B796-63AC-4143-93B9-5051200E37F1}" type="pres">
      <dgm:prSet presAssocID="{A3B5C0D5-D2D8-468C-A0EA-393CB0FA6D7D}" presName="negativeSpace" presStyleCnt="0"/>
      <dgm:spPr/>
    </dgm:pt>
    <dgm:pt modelId="{7362A0EC-3802-4DD0-AD37-B19CC41A412D}" type="pres">
      <dgm:prSet presAssocID="{A3B5C0D5-D2D8-468C-A0EA-393CB0FA6D7D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0F752C01-8688-4518-AB04-1908D9513564}" type="presOf" srcId="{F58A6DB3-53BC-45C0-9CDD-DBDB3B5A279F}" destId="{3FD991B2-7958-42FA-B988-29592B887D49}" srcOrd="1" destOrd="0" presId="urn:microsoft.com/office/officeart/2005/8/layout/list1"/>
    <dgm:cxn modelId="{6E13DC11-A6D7-4076-8723-1E347EDE915E}" srcId="{DE3A5FD7-F7C9-4936-A4BC-F5DE5E2FC2B8}" destId="{8746745C-6B00-4C7F-AF9B-BDDCD9261224}" srcOrd="0" destOrd="0" parTransId="{3325CDB8-E57C-4BEC-A139-CB9519C1359C}" sibTransId="{6987F24D-AACE-4DF7-9BDB-AAA18B8F7AAE}"/>
    <dgm:cxn modelId="{68050920-A3F4-441F-A8DF-AB23893F9450}" srcId="{DE3A5FD7-F7C9-4936-A4BC-F5DE5E2FC2B8}" destId="{A3B5C0D5-D2D8-468C-A0EA-393CB0FA6D7D}" srcOrd="3" destOrd="0" parTransId="{9560D993-7A4C-4926-A729-4C8E550A65ED}" sibTransId="{D31584C2-C95E-4147-8228-1C2E5837CC25}"/>
    <dgm:cxn modelId="{B02AC123-21B3-46B1-B688-96D3147930A9}" srcId="{DE3A5FD7-F7C9-4936-A4BC-F5DE5E2FC2B8}" destId="{F58A6DB3-53BC-45C0-9CDD-DBDB3B5A279F}" srcOrd="1" destOrd="0" parTransId="{984493ED-53C1-424B-8222-E54E7C64CB01}" sibTransId="{B216E0B7-3BB3-4A5A-8C7E-8C9FD7B6EFC5}"/>
    <dgm:cxn modelId="{73B42D30-7D41-4697-8849-216D31AA13F2}" type="presOf" srcId="{48AE7438-4453-4638-B48B-5E51949E5D2A}" destId="{0D079D31-7B5C-4817-8854-A4A168573ABB}" srcOrd="1" destOrd="0" presId="urn:microsoft.com/office/officeart/2005/8/layout/list1"/>
    <dgm:cxn modelId="{33A3F95B-467B-4344-94DE-2F09E51834A4}" type="presOf" srcId="{48AE7438-4453-4638-B48B-5E51949E5D2A}" destId="{66480F7C-BC78-4D1A-824A-6C5363198F95}" srcOrd="0" destOrd="0" presId="urn:microsoft.com/office/officeart/2005/8/layout/list1"/>
    <dgm:cxn modelId="{DEC4665F-4ECC-4D00-80F8-C713455B1AB3}" type="presOf" srcId="{A3B5C0D5-D2D8-468C-A0EA-393CB0FA6D7D}" destId="{073C79B1-B3B4-44F1-A787-E0531F4CB558}" srcOrd="0" destOrd="0" presId="urn:microsoft.com/office/officeart/2005/8/layout/list1"/>
    <dgm:cxn modelId="{09369661-6B4A-4EBD-B607-2DEC8113201D}" type="presOf" srcId="{A3B5C0D5-D2D8-468C-A0EA-393CB0FA6D7D}" destId="{A94F0988-5298-4D74-9FBB-1D400473A205}" srcOrd="1" destOrd="0" presId="urn:microsoft.com/office/officeart/2005/8/layout/list1"/>
    <dgm:cxn modelId="{58844D8A-08AE-4DD9-A9BD-6FF86CE59ADA}" type="presOf" srcId="{DE3A5FD7-F7C9-4936-A4BC-F5DE5E2FC2B8}" destId="{F49E3D42-2BAE-4962-86AD-722E12A53C91}" srcOrd="0" destOrd="0" presId="urn:microsoft.com/office/officeart/2005/8/layout/list1"/>
    <dgm:cxn modelId="{8086798A-EBB2-4218-AB16-4D0525416470}" type="presOf" srcId="{F58A6DB3-53BC-45C0-9CDD-DBDB3B5A279F}" destId="{3FBC543B-0874-4291-8387-9C24E8ACF6D8}" srcOrd="0" destOrd="0" presId="urn:microsoft.com/office/officeart/2005/8/layout/list1"/>
    <dgm:cxn modelId="{2E63AE8E-BAA3-4A48-9580-A94FC25154B1}" type="presOf" srcId="{8746745C-6B00-4C7F-AF9B-BDDCD9261224}" destId="{5788E545-3813-4D0D-97B6-7E7131B65E07}" srcOrd="0" destOrd="0" presId="urn:microsoft.com/office/officeart/2005/8/layout/list1"/>
    <dgm:cxn modelId="{07CF1092-77BE-4F18-AD81-1393D9325931}" type="presOf" srcId="{8746745C-6B00-4C7F-AF9B-BDDCD9261224}" destId="{833BC552-30A8-4113-9276-F7FFBCE069E9}" srcOrd="1" destOrd="0" presId="urn:microsoft.com/office/officeart/2005/8/layout/list1"/>
    <dgm:cxn modelId="{20AF94F3-8D0E-473B-8548-68BFB8BDCB41}" srcId="{DE3A5FD7-F7C9-4936-A4BC-F5DE5E2FC2B8}" destId="{48AE7438-4453-4638-B48B-5E51949E5D2A}" srcOrd="2" destOrd="0" parTransId="{CE3A0573-7398-4251-AF1E-6C0A33E94553}" sibTransId="{6DC0C7C0-ABDF-44C1-946A-49943FEFCC37}"/>
    <dgm:cxn modelId="{21196250-D2D4-43AA-B88C-3EE29F19CC85}" type="presParOf" srcId="{F49E3D42-2BAE-4962-86AD-722E12A53C91}" destId="{4AF00824-8C51-43F9-A890-B0CA767D93F8}" srcOrd="0" destOrd="0" presId="urn:microsoft.com/office/officeart/2005/8/layout/list1"/>
    <dgm:cxn modelId="{75AFF7BD-54E2-4E08-905C-8064BF511998}" type="presParOf" srcId="{4AF00824-8C51-43F9-A890-B0CA767D93F8}" destId="{5788E545-3813-4D0D-97B6-7E7131B65E07}" srcOrd="0" destOrd="0" presId="urn:microsoft.com/office/officeart/2005/8/layout/list1"/>
    <dgm:cxn modelId="{09E3C206-3C18-4E20-90A4-DE0E40612260}" type="presParOf" srcId="{4AF00824-8C51-43F9-A890-B0CA767D93F8}" destId="{833BC552-30A8-4113-9276-F7FFBCE069E9}" srcOrd="1" destOrd="0" presId="urn:microsoft.com/office/officeart/2005/8/layout/list1"/>
    <dgm:cxn modelId="{05D6EFFD-FA7F-4818-9CAC-ECBAD1EAD609}" type="presParOf" srcId="{F49E3D42-2BAE-4962-86AD-722E12A53C91}" destId="{7063F852-2F1B-4498-82E6-5DEA6DE5C7EF}" srcOrd="1" destOrd="0" presId="urn:microsoft.com/office/officeart/2005/8/layout/list1"/>
    <dgm:cxn modelId="{4D5F9787-1240-41FA-BF77-7146808EDD8E}" type="presParOf" srcId="{F49E3D42-2BAE-4962-86AD-722E12A53C91}" destId="{48CCA651-5203-453B-854F-FA9DA4E47910}" srcOrd="2" destOrd="0" presId="urn:microsoft.com/office/officeart/2005/8/layout/list1"/>
    <dgm:cxn modelId="{E0EA0CD2-0999-4FDD-B764-7651A4BDEE39}" type="presParOf" srcId="{F49E3D42-2BAE-4962-86AD-722E12A53C91}" destId="{4394E48D-A14F-4494-BEC1-3E3ADD2D470F}" srcOrd="3" destOrd="0" presId="urn:microsoft.com/office/officeart/2005/8/layout/list1"/>
    <dgm:cxn modelId="{8230E97F-43D6-4767-8400-A40BD3A0948C}" type="presParOf" srcId="{F49E3D42-2BAE-4962-86AD-722E12A53C91}" destId="{4E15646D-7DD8-4B61-9832-173026D3FE83}" srcOrd="4" destOrd="0" presId="urn:microsoft.com/office/officeart/2005/8/layout/list1"/>
    <dgm:cxn modelId="{EE9F9AB2-03E2-44B4-9D04-1D9466CABFB6}" type="presParOf" srcId="{4E15646D-7DD8-4B61-9832-173026D3FE83}" destId="{3FBC543B-0874-4291-8387-9C24E8ACF6D8}" srcOrd="0" destOrd="0" presId="urn:microsoft.com/office/officeart/2005/8/layout/list1"/>
    <dgm:cxn modelId="{075838C7-2D6D-41A4-834E-B65A4946CB3B}" type="presParOf" srcId="{4E15646D-7DD8-4B61-9832-173026D3FE83}" destId="{3FD991B2-7958-42FA-B988-29592B887D49}" srcOrd="1" destOrd="0" presId="urn:microsoft.com/office/officeart/2005/8/layout/list1"/>
    <dgm:cxn modelId="{BB37FA19-8E90-4470-9709-244B56F2D152}" type="presParOf" srcId="{F49E3D42-2BAE-4962-86AD-722E12A53C91}" destId="{E211945E-1CC6-4295-80A0-DA360F15496F}" srcOrd="5" destOrd="0" presId="urn:microsoft.com/office/officeart/2005/8/layout/list1"/>
    <dgm:cxn modelId="{19D070F7-BB76-49BC-A30F-916D068B77FC}" type="presParOf" srcId="{F49E3D42-2BAE-4962-86AD-722E12A53C91}" destId="{697B45F8-B573-430F-B84D-AC2956365242}" srcOrd="6" destOrd="0" presId="urn:microsoft.com/office/officeart/2005/8/layout/list1"/>
    <dgm:cxn modelId="{9CAB1CB2-6288-4299-BD7C-96AE17FF14BB}" type="presParOf" srcId="{F49E3D42-2BAE-4962-86AD-722E12A53C91}" destId="{7A5282A9-09BA-432C-AC1E-F43A86DA7D7F}" srcOrd="7" destOrd="0" presId="urn:microsoft.com/office/officeart/2005/8/layout/list1"/>
    <dgm:cxn modelId="{5684190B-C87A-4D27-A7C6-0FDABADD17EB}" type="presParOf" srcId="{F49E3D42-2BAE-4962-86AD-722E12A53C91}" destId="{311CC64B-833A-4570-A286-289F6C9E2444}" srcOrd="8" destOrd="0" presId="urn:microsoft.com/office/officeart/2005/8/layout/list1"/>
    <dgm:cxn modelId="{C6942B54-3DD4-4FA2-A8AC-5D1A2724100D}" type="presParOf" srcId="{311CC64B-833A-4570-A286-289F6C9E2444}" destId="{66480F7C-BC78-4D1A-824A-6C5363198F95}" srcOrd="0" destOrd="0" presId="urn:microsoft.com/office/officeart/2005/8/layout/list1"/>
    <dgm:cxn modelId="{663D429A-1239-4B8F-80CD-18D7F2FE3B87}" type="presParOf" srcId="{311CC64B-833A-4570-A286-289F6C9E2444}" destId="{0D079D31-7B5C-4817-8854-A4A168573ABB}" srcOrd="1" destOrd="0" presId="urn:microsoft.com/office/officeart/2005/8/layout/list1"/>
    <dgm:cxn modelId="{85B5B907-A874-4648-98DB-5228E6D293F7}" type="presParOf" srcId="{F49E3D42-2BAE-4962-86AD-722E12A53C91}" destId="{F4049F94-5A9B-401F-A676-CE56DCBA4247}" srcOrd="9" destOrd="0" presId="urn:microsoft.com/office/officeart/2005/8/layout/list1"/>
    <dgm:cxn modelId="{8265A23E-F9D7-46A9-80C9-8D7D91F69D6C}" type="presParOf" srcId="{F49E3D42-2BAE-4962-86AD-722E12A53C91}" destId="{D91D9FA0-83CC-4483-B02D-C03C34DCAF1B}" srcOrd="10" destOrd="0" presId="urn:microsoft.com/office/officeart/2005/8/layout/list1"/>
    <dgm:cxn modelId="{B5347574-483B-4F12-A2D7-7AAD237B70C6}" type="presParOf" srcId="{F49E3D42-2BAE-4962-86AD-722E12A53C91}" destId="{6E7E93E7-8872-4EC2-BF7E-9387895CDE83}" srcOrd="11" destOrd="0" presId="urn:microsoft.com/office/officeart/2005/8/layout/list1"/>
    <dgm:cxn modelId="{CF29677B-A367-4050-8441-9759AB2611A1}" type="presParOf" srcId="{F49E3D42-2BAE-4962-86AD-722E12A53C91}" destId="{21830B8A-4D32-4E3C-BCE7-79F728C89A77}" srcOrd="12" destOrd="0" presId="urn:microsoft.com/office/officeart/2005/8/layout/list1"/>
    <dgm:cxn modelId="{861E2AED-E702-4DF7-949F-DD6107571AF0}" type="presParOf" srcId="{21830B8A-4D32-4E3C-BCE7-79F728C89A77}" destId="{073C79B1-B3B4-44F1-A787-E0531F4CB558}" srcOrd="0" destOrd="0" presId="urn:microsoft.com/office/officeart/2005/8/layout/list1"/>
    <dgm:cxn modelId="{3845ED98-467D-4E35-84FE-F713894A49D1}" type="presParOf" srcId="{21830B8A-4D32-4E3C-BCE7-79F728C89A77}" destId="{A94F0988-5298-4D74-9FBB-1D400473A205}" srcOrd="1" destOrd="0" presId="urn:microsoft.com/office/officeart/2005/8/layout/list1"/>
    <dgm:cxn modelId="{F7A8B0A2-7EE5-46B2-A149-B2E07733D343}" type="presParOf" srcId="{F49E3D42-2BAE-4962-86AD-722E12A53C91}" destId="{CFA0B796-63AC-4143-93B9-5051200E37F1}" srcOrd="13" destOrd="0" presId="urn:microsoft.com/office/officeart/2005/8/layout/list1"/>
    <dgm:cxn modelId="{66D68C41-7B52-44AA-8E93-F37998E72F77}" type="presParOf" srcId="{F49E3D42-2BAE-4962-86AD-722E12A53C91}" destId="{7362A0EC-3802-4DD0-AD37-B19CC41A412D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E0602D9-6142-4DAF-9495-5337672FEE43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850EAD2-EA16-47A6-9786-0DF1A1B29E2E}">
      <dgm:prSet/>
      <dgm:spPr/>
      <dgm:t>
        <a:bodyPr/>
        <a:lstStyle/>
        <a:p>
          <a:r>
            <a:rPr lang="ru-RU"/>
            <a:t>функциональность</a:t>
          </a:r>
          <a:endParaRPr lang="en-US"/>
        </a:p>
      </dgm:t>
    </dgm:pt>
    <dgm:pt modelId="{78032A70-6D58-47A1-9AF1-3741CFA03321}" type="parTrans" cxnId="{4B6FB5C3-6A58-4120-B767-DD65D824E62A}">
      <dgm:prSet/>
      <dgm:spPr/>
      <dgm:t>
        <a:bodyPr/>
        <a:lstStyle/>
        <a:p>
          <a:endParaRPr lang="en-US"/>
        </a:p>
      </dgm:t>
    </dgm:pt>
    <dgm:pt modelId="{DCC9F88A-3BC9-4FF3-9427-06C463D1032C}" type="sibTrans" cxnId="{4B6FB5C3-6A58-4120-B767-DD65D824E62A}">
      <dgm:prSet/>
      <dgm:spPr/>
      <dgm:t>
        <a:bodyPr/>
        <a:lstStyle/>
        <a:p>
          <a:endParaRPr lang="en-US"/>
        </a:p>
      </dgm:t>
    </dgm:pt>
    <dgm:pt modelId="{1ED77C8D-5FD8-4848-8D42-B6AE0FB743CA}">
      <dgm:prSet/>
      <dgm:spPr/>
      <dgm:t>
        <a:bodyPr/>
        <a:lstStyle/>
        <a:p>
          <a:r>
            <a:rPr lang="ru-RU"/>
            <a:t>стоимость</a:t>
          </a:r>
          <a:endParaRPr lang="en-US"/>
        </a:p>
      </dgm:t>
    </dgm:pt>
    <dgm:pt modelId="{BA6BD089-9B3B-4B43-99D3-CFDDA1678813}" type="parTrans" cxnId="{35FC3F12-2337-4CBA-A368-6AEBC468E0D8}">
      <dgm:prSet/>
      <dgm:spPr/>
      <dgm:t>
        <a:bodyPr/>
        <a:lstStyle/>
        <a:p>
          <a:endParaRPr lang="en-US"/>
        </a:p>
      </dgm:t>
    </dgm:pt>
    <dgm:pt modelId="{7CCF7622-3E51-4BEE-9913-293F45BD145F}" type="sibTrans" cxnId="{35FC3F12-2337-4CBA-A368-6AEBC468E0D8}">
      <dgm:prSet/>
      <dgm:spPr/>
      <dgm:t>
        <a:bodyPr/>
        <a:lstStyle/>
        <a:p>
          <a:endParaRPr lang="en-US"/>
        </a:p>
      </dgm:t>
    </dgm:pt>
    <dgm:pt modelId="{44E77912-E7FF-498B-986A-9FF1D2618931}">
      <dgm:prSet/>
      <dgm:spPr/>
      <dgm:t>
        <a:bodyPr/>
        <a:lstStyle/>
        <a:p>
          <a:r>
            <a:rPr lang="ru-RU"/>
            <a:t>простота использования</a:t>
          </a:r>
          <a:endParaRPr lang="en-US"/>
        </a:p>
      </dgm:t>
    </dgm:pt>
    <dgm:pt modelId="{605CAAA0-53D1-43CC-89DE-A35A4998751B}" type="parTrans" cxnId="{FDBF30C2-9A0B-4786-A772-C4D32ED6E4A2}">
      <dgm:prSet/>
      <dgm:spPr/>
      <dgm:t>
        <a:bodyPr/>
        <a:lstStyle/>
        <a:p>
          <a:endParaRPr lang="en-US"/>
        </a:p>
      </dgm:t>
    </dgm:pt>
    <dgm:pt modelId="{D76D74E0-D8B1-4B15-A75A-481C6718D08D}" type="sibTrans" cxnId="{FDBF30C2-9A0B-4786-A772-C4D32ED6E4A2}">
      <dgm:prSet/>
      <dgm:spPr/>
      <dgm:t>
        <a:bodyPr/>
        <a:lstStyle/>
        <a:p>
          <a:endParaRPr lang="en-US"/>
        </a:p>
      </dgm:t>
    </dgm:pt>
    <dgm:pt modelId="{1A34FEB8-6569-431D-B7E4-164297772C0F}">
      <dgm:prSet/>
      <dgm:spPr/>
      <dgm:t>
        <a:bodyPr/>
        <a:lstStyle/>
        <a:p>
          <a:r>
            <a:rPr lang="ru-RU"/>
            <a:t>соответствие законодательству</a:t>
          </a:r>
          <a:endParaRPr lang="en-US"/>
        </a:p>
      </dgm:t>
    </dgm:pt>
    <dgm:pt modelId="{DA884EB9-A6F0-4EA5-9342-3A3A026562F7}" type="parTrans" cxnId="{FD842BD5-45BC-4DD1-9A78-E596E09DECC6}">
      <dgm:prSet/>
      <dgm:spPr/>
      <dgm:t>
        <a:bodyPr/>
        <a:lstStyle/>
        <a:p>
          <a:endParaRPr lang="en-US"/>
        </a:p>
      </dgm:t>
    </dgm:pt>
    <dgm:pt modelId="{179AE354-EA0E-45CA-974E-37E860B155A8}" type="sibTrans" cxnId="{FD842BD5-45BC-4DD1-9A78-E596E09DECC6}">
      <dgm:prSet/>
      <dgm:spPr/>
      <dgm:t>
        <a:bodyPr/>
        <a:lstStyle/>
        <a:p>
          <a:endParaRPr lang="en-US"/>
        </a:p>
      </dgm:t>
    </dgm:pt>
    <dgm:pt modelId="{54EB3A4B-8EA0-4BC4-891D-084432C3295A}">
      <dgm:prSet/>
      <dgm:spPr/>
      <dgm:t>
        <a:bodyPr/>
        <a:lstStyle/>
        <a:p>
          <a:r>
            <a:rPr lang="ru-RU"/>
            <a:t>интеграция с другими системами</a:t>
          </a:r>
          <a:endParaRPr lang="en-US"/>
        </a:p>
      </dgm:t>
    </dgm:pt>
    <dgm:pt modelId="{6AE81D6C-2D7D-4C34-8D52-46EA9535445B}" type="parTrans" cxnId="{41BCB11F-6C03-4333-BB58-0346907BBF1A}">
      <dgm:prSet/>
      <dgm:spPr/>
      <dgm:t>
        <a:bodyPr/>
        <a:lstStyle/>
        <a:p>
          <a:endParaRPr lang="en-US"/>
        </a:p>
      </dgm:t>
    </dgm:pt>
    <dgm:pt modelId="{41DFFE2A-8977-4366-9869-8F25029A838D}" type="sibTrans" cxnId="{41BCB11F-6C03-4333-BB58-0346907BBF1A}">
      <dgm:prSet/>
      <dgm:spPr/>
      <dgm:t>
        <a:bodyPr/>
        <a:lstStyle/>
        <a:p>
          <a:endParaRPr lang="en-US"/>
        </a:p>
      </dgm:t>
    </dgm:pt>
    <dgm:pt modelId="{8FA21FFD-C5E8-4CF8-9512-64D023F5D8F8}">
      <dgm:prSet/>
      <dgm:spPr/>
      <dgm:t>
        <a:bodyPr/>
        <a:lstStyle/>
        <a:p>
          <a:r>
            <a:rPr lang="ru-RU" b="1"/>
            <a:t>Вывод:</a:t>
          </a:r>
          <a:r>
            <a:rPr lang="ru-RU"/>
            <a:t> наиболее универсальное решение — 1С:Бухгалтерия</a:t>
          </a:r>
          <a:endParaRPr lang="en-US"/>
        </a:p>
      </dgm:t>
    </dgm:pt>
    <dgm:pt modelId="{428A66FD-3466-45E7-BF51-FC9226394AF5}" type="parTrans" cxnId="{7A2BEE4E-DA75-4546-B3F8-BBFC163D5A09}">
      <dgm:prSet/>
      <dgm:spPr/>
      <dgm:t>
        <a:bodyPr/>
        <a:lstStyle/>
        <a:p>
          <a:endParaRPr lang="en-US"/>
        </a:p>
      </dgm:t>
    </dgm:pt>
    <dgm:pt modelId="{7FE62704-6D34-47F7-838D-1C1EF5F83B0F}" type="sibTrans" cxnId="{7A2BEE4E-DA75-4546-B3F8-BBFC163D5A09}">
      <dgm:prSet/>
      <dgm:spPr/>
      <dgm:t>
        <a:bodyPr/>
        <a:lstStyle/>
        <a:p>
          <a:endParaRPr lang="en-US"/>
        </a:p>
      </dgm:t>
    </dgm:pt>
    <dgm:pt modelId="{52E35BA7-3EA7-4F6E-8800-AA91AC6A10F2}" type="pres">
      <dgm:prSet presAssocID="{9E0602D9-6142-4DAF-9495-5337672FEE43}" presName="Name0" presStyleCnt="0">
        <dgm:presLayoutVars>
          <dgm:dir/>
          <dgm:resizeHandles val="exact"/>
        </dgm:presLayoutVars>
      </dgm:prSet>
      <dgm:spPr/>
    </dgm:pt>
    <dgm:pt modelId="{CB8DD1F2-D224-4855-9E39-94B25ECBA2B7}" type="pres">
      <dgm:prSet presAssocID="{4850EAD2-EA16-47A6-9786-0DF1A1B29E2E}" presName="node" presStyleLbl="node1" presStyleIdx="0" presStyleCnt="6">
        <dgm:presLayoutVars>
          <dgm:bulletEnabled val="1"/>
        </dgm:presLayoutVars>
      </dgm:prSet>
      <dgm:spPr/>
    </dgm:pt>
    <dgm:pt modelId="{A19DBE76-C96D-40D6-BD53-DD717DB321B4}" type="pres">
      <dgm:prSet presAssocID="{DCC9F88A-3BC9-4FF3-9427-06C463D1032C}" presName="sibTrans" presStyleLbl="sibTrans1D1" presStyleIdx="0" presStyleCnt="5"/>
      <dgm:spPr/>
    </dgm:pt>
    <dgm:pt modelId="{55D432E7-C1A8-4616-B5B7-FD725697D031}" type="pres">
      <dgm:prSet presAssocID="{DCC9F88A-3BC9-4FF3-9427-06C463D1032C}" presName="connectorText" presStyleLbl="sibTrans1D1" presStyleIdx="0" presStyleCnt="5"/>
      <dgm:spPr/>
    </dgm:pt>
    <dgm:pt modelId="{285A55D5-AA09-43D4-AB7F-4D0B07A32ECC}" type="pres">
      <dgm:prSet presAssocID="{1ED77C8D-5FD8-4848-8D42-B6AE0FB743CA}" presName="node" presStyleLbl="node1" presStyleIdx="1" presStyleCnt="6">
        <dgm:presLayoutVars>
          <dgm:bulletEnabled val="1"/>
        </dgm:presLayoutVars>
      </dgm:prSet>
      <dgm:spPr/>
    </dgm:pt>
    <dgm:pt modelId="{C4FF471A-F5B6-4BC4-9A27-BA76BEE50C78}" type="pres">
      <dgm:prSet presAssocID="{7CCF7622-3E51-4BEE-9913-293F45BD145F}" presName="sibTrans" presStyleLbl="sibTrans1D1" presStyleIdx="1" presStyleCnt="5"/>
      <dgm:spPr/>
    </dgm:pt>
    <dgm:pt modelId="{8A954AAD-B76E-4EDE-AD4C-09126E6FC848}" type="pres">
      <dgm:prSet presAssocID="{7CCF7622-3E51-4BEE-9913-293F45BD145F}" presName="connectorText" presStyleLbl="sibTrans1D1" presStyleIdx="1" presStyleCnt="5"/>
      <dgm:spPr/>
    </dgm:pt>
    <dgm:pt modelId="{56AA0BF4-B889-44EC-AC8E-DCB6C48AAFFC}" type="pres">
      <dgm:prSet presAssocID="{44E77912-E7FF-498B-986A-9FF1D2618931}" presName="node" presStyleLbl="node1" presStyleIdx="2" presStyleCnt="6">
        <dgm:presLayoutVars>
          <dgm:bulletEnabled val="1"/>
        </dgm:presLayoutVars>
      </dgm:prSet>
      <dgm:spPr/>
    </dgm:pt>
    <dgm:pt modelId="{817B71BA-6296-494A-9430-2A14B1983E66}" type="pres">
      <dgm:prSet presAssocID="{D76D74E0-D8B1-4B15-A75A-481C6718D08D}" presName="sibTrans" presStyleLbl="sibTrans1D1" presStyleIdx="2" presStyleCnt="5"/>
      <dgm:spPr/>
    </dgm:pt>
    <dgm:pt modelId="{55D263F5-2CD7-436F-8EE8-964C8C5982A8}" type="pres">
      <dgm:prSet presAssocID="{D76D74E0-D8B1-4B15-A75A-481C6718D08D}" presName="connectorText" presStyleLbl="sibTrans1D1" presStyleIdx="2" presStyleCnt="5"/>
      <dgm:spPr/>
    </dgm:pt>
    <dgm:pt modelId="{DC4DCA90-1BFC-4FF4-A409-93F361299B57}" type="pres">
      <dgm:prSet presAssocID="{1A34FEB8-6569-431D-B7E4-164297772C0F}" presName="node" presStyleLbl="node1" presStyleIdx="3" presStyleCnt="6">
        <dgm:presLayoutVars>
          <dgm:bulletEnabled val="1"/>
        </dgm:presLayoutVars>
      </dgm:prSet>
      <dgm:spPr/>
    </dgm:pt>
    <dgm:pt modelId="{DB5C736B-C7A0-4097-827D-E4D81AEB643B}" type="pres">
      <dgm:prSet presAssocID="{179AE354-EA0E-45CA-974E-37E860B155A8}" presName="sibTrans" presStyleLbl="sibTrans1D1" presStyleIdx="3" presStyleCnt="5"/>
      <dgm:spPr/>
    </dgm:pt>
    <dgm:pt modelId="{EBCC4023-3E10-4D53-9AD7-D24EC3014A54}" type="pres">
      <dgm:prSet presAssocID="{179AE354-EA0E-45CA-974E-37E860B155A8}" presName="connectorText" presStyleLbl="sibTrans1D1" presStyleIdx="3" presStyleCnt="5"/>
      <dgm:spPr/>
    </dgm:pt>
    <dgm:pt modelId="{56C78A1D-ABC7-4F20-B978-2D2039524AAD}" type="pres">
      <dgm:prSet presAssocID="{54EB3A4B-8EA0-4BC4-891D-084432C3295A}" presName="node" presStyleLbl="node1" presStyleIdx="4" presStyleCnt="6">
        <dgm:presLayoutVars>
          <dgm:bulletEnabled val="1"/>
        </dgm:presLayoutVars>
      </dgm:prSet>
      <dgm:spPr/>
    </dgm:pt>
    <dgm:pt modelId="{CFD710B4-1CEB-4F3A-9CD7-8B9EDCADC5C9}" type="pres">
      <dgm:prSet presAssocID="{41DFFE2A-8977-4366-9869-8F25029A838D}" presName="sibTrans" presStyleLbl="sibTrans1D1" presStyleIdx="4" presStyleCnt="5"/>
      <dgm:spPr/>
    </dgm:pt>
    <dgm:pt modelId="{1AD88FC7-4CD8-4256-9985-EE113E5AA3BA}" type="pres">
      <dgm:prSet presAssocID="{41DFFE2A-8977-4366-9869-8F25029A838D}" presName="connectorText" presStyleLbl="sibTrans1D1" presStyleIdx="4" presStyleCnt="5"/>
      <dgm:spPr/>
    </dgm:pt>
    <dgm:pt modelId="{8B9B71E8-9139-42BF-AC11-2A5B7D48638E}" type="pres">
      <dgm:prSet presAssocID="{8FA21FFD-C5E8-4CF8-9512-64D023F5D8F8}" presName="node" presStyleLbl="node1" presStyleIdx="5" presStyleCnt="6">
        <dgm:presLayoutVars>
          <dgm:bulletEnabled val="1"/>
        </dgm:presLayoutVars>
      </dgm:prSet>
      <dgm:spPr/>
    </dgm:pt>
  </dgm:ptLst>
  <dgm:cxnLst>
    <dgm:cxn modelId="{A27F840F-47FE-4833-8232-F203CC5A2C76}" type="presOf" srcId="{179AE354-EA0E-45CA-974E-37E860B155A8}" destId="{EBCC4023-3E10-4D53-9AD7-D24EC3014A54}" srcOrd="1" destOrd="0" presId="urn:microsoft.com/office/officeart/2016/7/layout/RepeatingBendingProcessNew"/>
    <dgm:cxn modelId="{B2ABB111-0747-46CF-A9D5-C42F2C5F6EDA}" type="presOf" srcId="{D76D74E0-D8B1-4B15-A75A-481C6718D08D}" destId="{55D263F5-2CD7-436F-8EE8-964C8C5982A8}" srcOrd="1" destOrd="0" presId="urn:microsoft.com/office/officeart/2016/7/layout/RepeatingBendingProcessNew"/>
    <dgm:cxn modelId="{35FC3F12-2337-4CBA-A368-6AEBC468E0D8}" srcId="{9E0602D9-6142-4DAF-9495-5337672FEE43}" destId="{1ED77C8D-5FD8-4848-8D42-B6AE0FB743CA}" srcOrd="1" destOrd="0" parTransId="{BA6BD089-9B3B-4B43-99D3-CFDDA1678813}" sibTransId="{7CCF7622-3E51-4BEE-9913-293F45BD145F}"/>
    <dgm:cxn modelId="{B769DE1D-A4EE-4DDC-8888-CBB7EBF3CDA0}" type="presOf" srcId="{DCC9F88A-3BC9-4FF3-9427-06C463D1032C}" destId="{55D432E7-C1A8-4616-B5B7-FD725697D031}" srcOrd="1" destOrd="0" presId="urn:microsoft.com/office/officeart/2016/7/layout/RepeatingBendingProcessNew"/>
    <dgm:cxn modelId="{41BCB11F-6C03-4333-BB58-0346907BBF1A}" srcId="{9E0602D9-6142-4DAF-9495-5337672FEE43}" destId="{54EB3A4B-8EA0-4BC4-891D-084432C3295A}" srcOrd="4" destOrd="0" parTransId="{6AE81D6C-2D7D-4C34-8D52-46EA9535445B}" sibTransId="{41DFFE2A-8977-4366-9869-8F25029A838D}"/>
    <dgm:cxn modelId="{23D90026-2436-40EF-9721-0A09FFCBF0B5}" type="presOf" srcId="{4850EAD2-EA16-47A6-9786-0DF1A1B29E2E}" destId="{CB8DD1F2-D224-4855-9E39-94B25ECBA2B7}" srcOrd="0" destOrd="0" presId="urn:microsoft.com/office/officeart/2016/7/layout/RepeatingBendingProcessNew"/>
    <dgm:cxn modelId="{D97EA229-88A6-4703-96E4-30170444D10E}" type="presOf" srcId="{7CCF7622-3E51-4BEE-9913-293F45BD145F}" destId="{C4FF471A-F5B6-4BC4-9A27-BA76BEE50C78}" srcOrd="0" destOrd="0" presId="urn:microsoft.com/office/officeart/2016/7/layout/RepeatingBendingProcessNew"/>
    <dgm:cxn modelId="{8FD2CA35-4F83-4B76-84D6-68B0366035D3}" type="presOf" srcId="{41DFFE2A-8977-4366-9869-8F25029A838D}" destId="{1AD88FC7-4CD8-4256-9985-EE113E5AA3BA}" srcOrd="1" destOrd="0" presId="urn:microsoft.com/office/officeart/2016/7/layout/RepeatingBendingProcessNew"/>
    <dgm:cxn modelId="{1D03DD4D-990F-4FAC-84EE-124DDA3991A1}" type="presOf" srcId="{1ED77C8D-5FD8-4848-8D42-B6AE0FB743CA}" destId="{285A55D5-AA09-43D4-AB7F-4D0B07A32ECC}" srcOrd="0" destOrd="0" presId="urn:microsoft.com/office/officeart/2016/7/layout/RepeatingBendingProcessNew"/>
    <dgm:cxn modelId="{6A6A294E-F20F-45F8-8880-63DBDDFEBBA7}" type="presOf" srcId="{179AE354-EA0E-45CA-974E-37E860B155A8}" destId="{DB5C736B-C7A0-4097-827D-E4D81AEB643B}" srcOrd="0" destOrd="0" presId="urn:microsoft.com/office/officeart/2016/7/layout/RepeatingBendingProcessNew"/>
    <dgm:cxn modelId="{7A2BEE4E-DA75-4546-B3F8-BBFC163D5A09}" srcId="{9E0602D9-6142-4DAF-9495-5337672FEE43}" destId="{8FA21FFD-C5E8-4CF8-9512-64D023F5D8F8}" srcOrd="5" destOrd="0" parTransId="{428A66FD-3466-45E7-BF51-FC9226394AF5}" sibTransId="{7FE62704-6D34-47F7-838D-1C1EF5F83B0F}"/>
    <dgm:cxn modelId="{DA3D7157-F6FA-4CE7-B386-8B8BBB22CFE7}" type="presOf" srcId="{1A34FEB8-6569-431D-B7E4-164297772C0F}" destId="{DC4DCA90-1BFC-4FF4-A409-93F361299B57}" srcOrd="0" destOrd="0" presId="urn:microsoft.com/office/officeart/2016/7/layout/RepeatingBendingProcessNew"/>
    <dgm:cxn modelId="{36EA8A7A-D40C-4431-87EC-AC5DB6447983}" type="presOf" srcId="{7CCF7622-3E51-4BEE-9913-293F45BD145F}" destId="{8A954AAD-B76E-4EDE-AD4C-09126E6FC848}" srcOrd="1" destOrd="0" presId="urn:microsoft.com/office/officeart/2016/7/layout/RepeatingBendingProcessNew"/>
    <dgm:cxn modelId="{7E698980-8CFF-4525-897D-4A99A71F67CF}" type="presOf" srcId="{D76D74E0-D8B1-4B15-A75A-481C6718D08D}" destId="{817B71BA-6296-494A-9430-2A14B1983E66}" srcOrd="0" destOrd="0" presId="urn:microsoft.com/office/officeart/2016/7/layout/RepeatingBendingProcessNew"/>
    <dgm:cxn modelId="{AE5CA182-8B32-4943-9DFF-C3B40B367C38}" type="presOf" srcId="{8FA21FFD-C5E8-4CF8-9512-64D023F5D8F8}" destId="{8B9B71E8-9139-42BF-AC11-2A5B7D48638E}" srcOrd="0" destOrd="0" presId="urn:microsoft.com/office/officeart/2016/7/layout/RepeatingBendingProcessNew"/>
    <dgm:cxn modelId="{42CB099B-88AD-474E-AD04-BAF86841ADCF}" type="presOf" srcId="{41DFFE2A-8977-4366-9869-8F25029A838D}" destId="{CFD710B4-1CEB-4F3A-9CD7-8B9EDCADC5C9}" srcOrd="0" destOrd="0" presId="urn:microsoft.com/office/officeart/2016/7/layout/RepeatingBendingProcessNew"/>
    <dgm:cxn modelId="{0AF81AA3-DB57-440D-BA00-A8E8CA39FD60}" type="presOf" srcId="{54EB3A4B-8EA0-4BC4-891D-084432C3295A}" destId="{56C78A1D-ABC7-4F20-B978-2D2039524AAD}" srcOrd="0" destOrd="0" presId="urn:microsoft.com/office/officeart/2016/7/layout/RepeatingBendingProcessNew"/>
    <dgm:cxn modelId="{E14353B8-95B8-4B7E-A773-C896E0630EBA}" type="presOf" srcId="{9E0602D9-6142-4DAF-9495-5337672FEE43}" destId="{52E35BA7-3EA7-4F6E-8800-AA91AC6A10F2}" srcOrd="0" destOrd="0" presId="urn:microsoft.com/office/officeart/2016/7/layout/RepeatingBendingProcessNew"/>
    <dgm:cxn modelId="{FDBF30C2-9A0B-4786-A772-C4D32ED6E4A2}" srcId="{9E0602D9-6142-4DAF-9495-5337672FEE43}" destId="{44E77912-E7FF-498B-986A-9FF1D2618931}" srcOrd="2" destOrd="0" parTransId="{605CAAA0-53D1-43CC-89DE-A35A4998751B}" sibTransId="{D76D74E0-D8B1-4B15-A75A-481C6718D08D}"/>
    <dgm:cxn modelId="{4B6FB5C3-6A58-4120-B767-DD65D824E62A}" srcId="{9E0602D9-6142-4DAF-9495-5337672FEE43}" destId="{4850EAD2-EA16-47A6-9786-0DF1A1B29E2E}" srcOrd="0" destOrd="0" parTransId="{78032A70-6D58-47A1-9AF1-3741CFA03321}" sibTransId="{DCC9F88A-3BC9-4FF3-9427-06C463D1032C}"/>
    <dgm:cxn modelId="{F83527CB-EFB8-4629-ABED-B5FC475E9DB6}" type="presOf" srcId="{DCC9F88A-3BC9-4FF3-9427-06C463D1032C}" destId="{A19DBE76-C96D-40D6-BD53-DD717DB321B4}" srcOrd="0" destOrd="0" presId="urn:microsoft.com/office/officeart/2016/7/layout/RepeatingBendingProcessNew"/>
    <dgm:cxn modelId="{FD842BD5-45BC-4DD1-9A78-E596E09DECC6}" srcId="{9E0602D9-6142-4DAF-9495-5337672FEE43}" destId="{1A34FEB8-6569-431D-B7E4-164297772C0F}" srcOrd="3" destOrd="0" parTransId="{DA884EB9-A6F0-4EA5-9342-3A3A026562F7}" sibTransId="{179AE354-EA0E-45CA-974E-37E860B155A8}"/>
    <dgm:cxn modelId="{A3EE84E6-E548-4F57-9CAF-67CC9E46D21A}" type="presOf" srcId="{44E77912-E7FF-498B-986A-9FF1D2618931}" destId="{56AA0BF4-B889-44EC-AC8E-DCB6C48AAFFC}" srcOrd="0" destOrd="0" presId="urn:microsoft.com/office/officeart/2016/7/layout/RepeatingBendingProcessNew"/>
    <dgm:cxn modelId="{F3989BC6-93E6-44D8-8D88-F96F9F1FE9D1}" type="presParOf" srcId="{52E35BA7-3EA7-4F6E-8800-AA91AC6A10F2}" destId="{CB8DD1F2-D224-4855-9E39-94B25ECBA2B7}" srcOrd="0" destOrd="0" presId="urn:microsoft.com/office/officeart/2016/7/layout/RepeatingBendingProcessNew"/>
    <dgm:cxn modelId="{D3EC4877-89BF-47EA-919D-A97E55848AB3}" type="presParOf" srcId="{52E35BA7-3EA7-4F6E-8800-AA91AC6A10F2}" destId="{A19DBE76-C96D-40D6-BD53-DD717DB321B4}" srcOrd="1" destOrd="0" presId="urn:microsoft.com/office/officeart/2016/7/layout/RepeatingBendingProcessNew"/>
    <dgm:cxn modelId="{3A8EFA69-6F2C-4EC1-8E0A-55FC8F9B3F3D}" type="presParOf" srcId="{A19DBE76-C96D-40D6-BD53-DD717DB321B4}" destId="{55D432E7-C1A8-4616-B5B7-FD725697D031}" srcOrd="0" destOrd="0" presId="urn:microsoft.com/office/officeart/2016/7/layout/RepeatingBendingProcessNew"/>
    <dgm:cxn modelId="{1E700CB2-76BB-40FB-A19E-53713E879E1F}" type="presParOf" srcId="{52E35BA7-3EA7-4F6E-8800-AA91AC6A10F2}" destId="{285A55D5-AA09-43D4-AB7F-4D0B07A32ECC}" srcOrd="2" destOrd="0" presId="urn:microsoft.com/office/officeart/2016/7/layout/RepeatingBendingProcessNew"/>
    <dgm:cxn modelId="{97276480-842C-4606-A1AE-0B0D34194863}" type="presParOf" srcId="{52E35BA7-3EA7-4F6E-8800-AA91AC6A10F2}" destId="{C4FF471A-F5B6-4BC4-9A27-BA76BEE50C78}" srcOrd="3" destOrd="0" presId="urn:microsoft.com/office/officeart/2016/7/layout/RepeatingBendingProcessNew"/>
    <dgm:cxn modelId="{F13E6238-FB9A-4E9A-AA9F-20C948D08BC1}" type="presParOf" srcId="{C4FF471A-F5B6-4BC4-9A27-BA76BEE50C78}" destId="{8A954AAD-B76E-4EDE-AD4C-09126E6FC848}" srcOrd="0" destOrd="0" presId="urn:microsoft.com/office/officeart/2016/7/layout/RepeatingBendingProcessNew"/>
    <dgm:cxn modelId="{4F00FD3C-2BA2-4867-903A-A801B159DDF2}" type="presParOf" srcId="{52E35BA7-3EA7-4F6E-8800-AA91AC6A10F2}" destId="{56AA0BF4-B889-44EC-AC8E-DCB6C48AAFFC}" srcOrd="4" destOrd="0" presId="urn:microsoft.com/office/officeart/2016/7/layout/RepeatingBendingProcessNew"/>
    <dgm:cxn modelId="{ED47FEBB-5EC4-455E-BDB7-11C6E58F8F12}" type="presParOf" srcId="{52E35BA7-3EA7-4F6E-8800-AA91AC6A10F2}" destId="{817B71BA-6296-494A-9430-2A14B1983E66}" srcOrd="5" destOrd="0" presId="urn:microsoft.com/office/officeart/2016/7/layout/RepeatingBendingProcessNew"/>
    <dgm:cxn modelId="{2069F95B-3FDA-4BBD-B04E-D710C867CBD3}" type="presParOf" srcId="{817B71BA-6296-494A-9430-2A14B1983E66}" destId="{55D263F5-2CD7-436F-8EE8-964C8C5982A8}" srcOrd="0" destOrd="0" presId="urn:microsoft.com/office/officeart/2016/7/layout/RepeatingBendingProcessNew"/>
    <dgm:cxn modelId="{E2AA5277-FD70-4D77-B48D-1AE833943868}" type="presParOf" srcId="{52E35BA7-3EA7-4F6E-8800-AA91AC6A10F2}" destId="{DC4DCA90-1BFC-4FF4-A409-93F361299B57}" srcOrd="6" destOrd="0" presId="urn:microsoft.com/office/officeart/2016/7/layout/RepeatingBendingProcessNew"/>
    <dgm:cxn modelId="{5D235866-D4C2-4F67-B8AC-1DD842DA5189}" type="presParOf" srcId="{52E35BA7-3EA7-4F6E-8800-AA91AC6A10F2}" destId="{DB5C736B-C7A0-4097-827D-E4D81AEB643B}" srcOrd="7" destOrd="0" presId="urn:microsoft.com/office/officeart/2016/7/layout/RepeatingBendingProcessNew"/>
    <dgm:cxn modelId="{E05F7346-1201-4535-8071-042562676E0D}" type="presParOf" srcId="{DB5C736B-C7A0-4097-827D-E4D81AEB643B}" destId="{EBCC4023-3E10-4D53-9AD7-D24EC3014A54}" srcOrd="0" destOrd="0" presId="urn:microsoft.com/office/officeart/2016/7/layout/RepeatingBendingProcessNew"/>
    <dgm:cxn modelId="{D12AD672-8229-4ABA-AFB1-6800E2801A79}" type="presParOf" srcId="{52E35BA7-3EA7-4F6E-8800-AA91AC6A10F2}" destId="{56C78A1D-ABC7-4F20-B978-2D2039524AAD}" srcOrd="8" destOrd="0" presId="urn:microsoft.com/office/officeart/2016/7/layout/RepeatingBendingProcessNew"/>
    <dgm:cxn modelId="{139E1250-C574-4C54-9F0B-89FC743C0109}" type="presParOf" srcId="{52E35BA7-3EA7-4F6E-8800-AA91AC6A10F2}" destId="{CFD710B4-1CEB-4F3A-9CD7-8B9EDCADC5C9}" srcOrd="9" destOrd="0" presId="urn:microsoft.com/office/officeart/2016/7/layout/RepeatingBendingProcessNew"/>
    <dgm:cxn modelId="{CB22D2FA-0E1E-41E9-B1DA-1F5582128CE9}" type="presParOf" srcId="{CFD710B4-1CEB-4F3A-9CD7-8B9EDCADC5C9}" destId="{1AD88FC7-4CD8-4256-9985-EE113E5AA3BA}" srcOrd="0" destOrd="0" presId="urn:microsoft.com/office/officeart/2016/7/layout/RepeatingBendingProcessNew"/>
    <dgm:cxn modelId="{5A482B15-9040-41C7-8840-65EF3B3D5B78}" type="presParOf" srcId="{52E35BA7-3EA7-4F6E-8800-AA91AC6A10F2}" destId="{8B9B71E8-9139-42BF-AC11-2A5B7D48638E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53159FA-E0DD-4AAC-8610-44985927186A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CC8DA10-E4ED-438F-84EC-2F93C4971C7C}">
      <dgm:prSet/>
      <dgm:spPr/>
      <dgm:t>
        <a:bodyPr/>
        <a:lstStyle/>
        <a:p>
          <a:r>
            <a:rPr lang="ru-RU"/>
            <a:t>ввод контрагентов</a:t>
          </a:r>
          <a:endParaRPr lang="en-US"/>
        </a:p>
      </dgm:t>
    </dgm:pt>
    <dgm:pt modelId="{B539895C-9512-469A-98A5-A72115E3AE1B}" type="parTrans" cxnId="{A6D17774-40F4-47D0-9FC3-092065709C1B}">
      <dgm:prSet/>
      <dgm:spPr/>
      <dgm:t>
        <a:bodyPr/>
        <a:lstStyle/>
        <a:p>
          <a:endParaRPr lang="en-US"/>
        </a:p>
      </dgm:t>
    </dgm:pt>
    <dgm:pt modelId="{4A97C637-88F6-4910-B216-3BD89360893A}" type="sibTrans" cxnId="{A6D17774-40F4-47D0-9FC3-092065709C1B}">
      <dgm:prSet/>
      <dgm:spPr/>
      <dgm:t>
        <a:bodyPr/>
        <a:lstStyle/>
        <a:p>
          <a:endParaRPr lang="en-US"/>
        </a:p>
      </dgm:t>
    </dgm:pt>
    <dgm:pt modelId="{507DC30E-3BDB-46BD-B6D0-C2CDC2CF8B13}">
      <dgm:prSet/>
      <dgm:spPr/>
      <dgm:t>
        <a:bodyPr/>
        <a:lstStyle/>
        <a:p>
          <a:r>
            <a:rPr lang="ru-RU"/>
            <a:t>оформление поступлений</a:t>
          </a:r>
          <a:endParaRPr lang="en-US"/>
        </a:p>
      </dgm:t>
    </dgm:pt>
    <dgm:pt modelId="{8469D3D8-3843-4C3D-9270-FE57AEE56A1B}" type="parTrans" cxnId="{09FBDBCB-6ABF-42A8-A071-500FC28FD617}">
      <dgm:prSet/>
      <dgm:spPr/>
      <dgm:t>
        <a:bodyPr/>
        <a:lstStyle/>
        <a:p>
          <a:endParaRPr lang="en-US"/>
        </a:p>
      </dgm:t>
    </dgm:pt>
    <dgm:pt modelId="{89F4F630-E393-4A18-AF27-D52561E5D87C}" type="sibTrans" cxnId="{09FBDBCB-6ABF-42A8-A071-500FC28FD617}">
      <dgm:prSet/>
      <dgm:spPr/>
      <dgm:t>
        <a:bodyPr/>
        <a:lstStyle/>
        <a:p>
          <a:endParaRPr lang="en-US"/>
        </a:p>
      </dgm:t>
    </dgm:pt>
    <dgm:pt modelId="{CFCA48AF-171F-47E3-8926-4076C22CA96D}">
      <dgm:prSet/>
      <dgm:spPr/>
      <dgm:t>
        <a:bodyPr/>
        <a:lstStyle/>
        <a:p>
          <a:r>
            <a:rPr lang="ru-RU"/>
            <a:t>оформление реализации</a:t>
          </a:r>
          <a:endParaRPr lang="en-US"/>
        </a:p>
      </dgm:t>
    </dgm:pt>
    <dgm:pt modelId="{3F399CD6-80AF-4858-8812-4A8E99457F29}" type="parTrans" cxnId="{807B5CE0-E478-457A-8D41-45F9AF8066FE}">
      <dgm:prSet/>
      <dgm:spPr/>
      <dgm:t>
        <a:bodyPr/>
        <a:lstStyle/>
        <a:p>
          <a:endParaRPr lang="en-US"/>
        </a:p>
      </dgm:t>
    </dgm:pt>
    <dgm:pt modelId="{A83488C5-C57F-431E-B617-0B0637B38E39}" type="sibTrans" cxnId="{807B5CE0-E478-457A-8D41-45F9AF8066FE}">
      <dgm:prSet/>
      <dgm:spPr/>
      <dgm:t>
        <a:bodyPr/>
        <a:lstStyle/>
        <a:p>
          <a:endParaRPr lang="en-US"/>
        </a:p>
      </dgm:t>
    </dgm:pt>
    <dgm:pt modelId="{E8F1B7EC-3C0B-4D24-BA82-ABA2385429F6}">
      <dgm:prSet/>
      <dgm:spPr/>
      <dgm:t>
        <a:bodyPr/>
        <a:lstStyle/>
        <a:p>
          <a:r>
            <a:rPr lang="ru-RU"/>
            <a:t>учет операций</a:t>
          </a:r>
          <a:endParaRPr lang="en-US"/>
        </a:p>
      </dgm:t>
    </dgm:pt>
    <dgm:pt modelId="{BFB7338A-CBC9-41B8-8499-8A3F02647EC0}" type="parTrans" cxnId="{5FA6C34C-C040-401A-8D2D-0A2CECDC99A4}">
      <dgm:prSet/>
      <dgm:spPr/>
      <dgm:t>
        <a:bodyPr/>
        <a:lstStyle/>
        <a:p>
          <a:endParaRPr lang="en-US"/>
        </a:p>
      </dgm:t>
    </dgm:pt>
    <dgm:pt modelId="{41BB35AF-5F6A-49F6-9155-E7E2B8D56764}" type="sibTrans" cxnId="{5FA6C34C-C040-401A-8D2D-0A2CECDC99A4}">
      <dgm:prSet/>
      <dgm:spPr/>
      <dgm:t>
        <a:bodyPr/>
        <a:lstStyle/>
        <a:p>
          <a:endParaRPr lang="en-US"/>
        </a:p>
      </dgm:t>
    </dgm:pt>
    <dgm:pt modelId="{5349BB62-0F6F-4B1A-A124-7012FD1A8D62}" type="pres">
      <dgm:prSet presAssocID="{253159FA-E0DD-4AAC-8610-44985927186A}" presName="matrix" presStyleCnt="0">
        <dgm:presLayoutVars>
          <dgm:chMax val="1"/>
          <dgm:dir/>
          <dgm:resizeHandles val="exact"/>
        </dgm:presLayoutVars>
      </dgm:prSet>
      <dgm:spPr/>
    </dgm:pt>
    <dgm:pt modelId="{A9A12514-9B56-4114-95AE-D00016713129}" type="pres">
      <dgm:prSet presAssocID="{253159FA-E0DD-4AAC-8610-44985927186A}" presName="diamond" presStyleLbl="bgShp" presStyleIdx="0" presStyleCnt="1"/>
      <dgm:spPr/>
    </dgm:pt>
    <dgm:pt modelId="{BCA2B1AA-AE17-4337-B6AC-FDDE975F50C2}" type="pres">
      <dgm:prSet presAssocID="{253159FA-E0DD-4AAC-8610-44985927186A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08BAAAB0-4720-41C0-99AB-47124057843C}" type="pres">
      <dgm:prSet presAssocID="{253159FA-E0DD-4AAC-8610-44985927186A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5B84B65-9B1A-4F8B-8031-2F3D3D6EC305}" type="pres">
      <dgm:prSet presAssocID="{253159FA-E0DD-4AAC-8610-44985927186A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D0623AA-F42A-418B-AB65-B2D9CB57929B}" type="pres">
      <dgm:prSet presAssocID="{253159FA-E0DD-4AAC-8610-44985927186A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A154DA39-2650-4397-8B5D-C09A8671D8D2}" type="presOf" srcId="{5CC8DA10-E4ED-438F-84EC-2F93C4971C7C}" destId="{BCA2B1AA-AE17-4337-B6AC-FDDE975F50C2}" srcOrd="0" destOrd="0" presId="urn:microsoft.com/office/officeart/2005/8/layout/matrix3"/>
    <dgm:cxn modelId="{9E068162-2991-4C44-AC4F-CFC8AA079BB1}" type="presOf" srcId="{CFCA48AF-171F-47E3-8926-4076C22CA96D}" destId="{75B84B65-9B1A-4F8B-8031-2F3D3D6EC305}" srcOrd="0" destOrd="0" presId="urn:microsoft.com/office/officeart/2005/8/layout/matrix3"/>
    <dgm:cxn modelId="{5FA6C34C-C040-401A-8D2D-0A2CECDC99A4}" srcId="{253159FA-E0DD-4AAC-8610-44985927186A}" destId="{E8F1B7EC-3C0B-4D24-BA82-ABA2385429F6}" srcOrd="3" destOrd="0" parTransId="{BFB7338A-CBC9-41B8-8499-8A3F02647EC0}" sibTransId="{41BB35AF-5F6A-49F6-9155-E7E2B8D56764}"/>
    <dgm:cxn modelId="{A6D17774-40F4-47D0-9FC3-092065709C1B}" srcId="{253159FA-E0DD-4AAC-8610-44985927186A}" destId="{5CC8DA10-E4ED-438F-84EC-2F93C4971C7C}" srcOrd="0" destOrd="0" parTransId="{B539895C-9512-469A-98A5-A72115E3AE1B}" sibTransId="{4A97C637-88F6-4910-B216-3BD89360893A}"/>
    <dgm:cxn modelId="{8E0E5BBB-FF2E-4817-AADD-06F1874A42DF}" type="presOf" srcId="{E8F1B7EC-3C0B-4D24-BA82-ABA2385429F6}" destId="{ED0623AA-F42A-418B-AB65-B2D9CB57929B}" srcOrd="0" destOrd="0" presId="urn:microsoft.com/office/officeart/2005/8/layout/matrix3"/>
    <dgm:cxn modelId="{09FBDBCB-6ABF-42A8-A071-500FC28FD617}" srcId="{253159FA-E0DD-4AAC-8610-44985927186A}" destId="{507DC30E-3BDB-46BD-B6D0-C2CDC2CF8B13}" srcOrd="1" destOrd="0" parTransId="{8469D3D8-3843-4C3D-9270-FE57AEE56A1B}" sibTransId="{89F4F630-E393-4A18-AF27-D52561E5D87C}"/>
    <dgm:cxn modelId="{807B5CE0-E478-457A-8D41-45F9AF8066FE}" srcId="{253159FA-E0DD-4AAC-8610-44985927186A}" destId="{CFCA48AF-171F-47E3-8926-4076C22CA96D}" srcOrd="2" destOrd="0" parTransId="{3F399CD6-80AF-4858-8812-4A8E99457F29}" sibTransId="{A83488C5-C57F-431E-B617-0B0637B38E39}"/>
    <dgm:cxn modelId="{84C152E7-0029-4100-A035-DA71D4AFA3A4}" type="presOf" srcId="{507DC30E-3BDB-46BD-B6D0-C2CDC2CF8B13}" destId="{08BAAAB0-4720-41C0-99AB-47124057843C}" srcOrd="0" destOrd="0" presId="urn:microsoft.com/office/officeart/2005/8/layout/matrix3"/>
    <dgm:cxn modelId="{DEA1D1FA-F7A7-4537-8008-89D7E4B87F1A}" type="presOf" srcId="{253159FA-E0DD-4AAC-8610-44985927186A}" destId="{5349BB62-0F6F-4B1A-A124-7012FD1A8D62}" srcOrd="0" destOrd="0" presId="urn:microsoft.com/office/officeart/2005/8/layout/matrix3"/>
    <dgm:cxn modelId="{4FCB6E59-1AC6-420C-AAA4-FE8546DE9F93}" type="presParOf" srcId="{5349BB62-0F6F-4B1A-A124-7012FD1A8D62}" destId="{A9A12514-9B56-4114-95AE-D00016713129}" srcOrd="0" destOrd="0" presId="urn:microsoft.com/office/officeart/2005/8/layout/matrix3"/>
    <dgm:cxn modelId="{22C649D5-831E-4E28-9734-43B8E3B88CEC}" type="presParOf" srcId="{5349BB62-0F6F-4B1A-A124-7012FD1A8D62}" destId="{BCA2B1AA-AE17-4337-B6AC-FDDE975F50C2}" srcOrd="1" destOrd="0" presId="urn:microsoft.com/office/officeart/2005/8/layout/matrix3"/>
    <dgm:cxn modelId="{76FF8399-27EE-4945-9FE5-C6EC2A3225F7}" type="presParOf" srcId="{5349BB62-0F6F-4B1A-A124-7012FD1A8D62}" destId="{08BAAAB0-4720-41C0-99AB-47124057843C}" srcOrd="2" destOrd="0" presId="urn:microsoft.com/office/officeart/2005/8/layout/matrix3"/>
    <dgm:cxn modelId="{8BAB4052-06FE-4058-BC93-F9D4DCFA5A49}" type="presParOf" srcId="{5349BB62-0F6F-4B1A-A124-7012FD1A8D62}" destId="{75B84B65-9B1A-4F8B-8031-2F3D3D6EC305}" srcOrd="3" destOrd="0" presId="urn:microsoft.com/office/officeart/2005/8/layout/matrix3"/>
    <dgm:cxn modelId="{0798ECF8-22C6-4A3F-A27B-81681A3CA09C}" type="presParOf" srcId="{5349BB62-0F6F-4B1A-A124-7012FD1A8D62}" destId="{ED0623AA-F42A-418B-AB65-B2D9CB57929B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B37B76E-C444-45E6-9C1F-43B2E61C6675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1679703F-8BF6-4CC5-9708-CA29C6565CF2}">
      <dgm:prSet/>
      <dgm:spPr/>
      <dgm:t>
        <a:bodyPr/>
        <a:lstStyle/>
        <a:p>
          <a:r>
            <a:rPr lang="ru-RU"/>
            <a:t>ИС значительно упрощают бухгалтерский учет</a:t>
          </a:r>
          <a:endParaRPr lang="en-US"/>
        </a:p>
      </dgm:t>
    </dgm:pt>
    <dgm:pt modelId="{9B6F609B-9995-48B1-B42E-93F43DC6ADA4}" type="parTrans" cxnId="{70DBD513-9A76-4992-A319-DD24C9A837D9}">
      <dgm:prSet/>
      <dgm:spPr/>
      <dgm:t>
        <a:bodyPr/>
        <a:lstStyle/>
        <a:p>
          <a:endParaRPr lang="en-US"/>
        </a:p>
      </dgm:t>
    </dgm:pt>
    <dgm:pt modelId="{982C09DD-EEB4-4EC4-97DA-4D1011B7777A}" type="sibTrans" cxnId="{70DBD513-9A76-4992-A319-DD24C9A837D9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DCC7D545-311B-4CE8-8116-10CC9039FF7C}">
      <dgm:prSet/>
      <dgm:spPr/>
      <dgm:t>
        <a:bodyPr/>
        <a:lstStyle/>
        <a:p>
          <a:r>
            <a:rPr lang="ru-RU"/>
            <a:t>снижают количество ошибок</a:t>
          </a:r>
          <a:endParaRPr lang="en-US"/>
        </a:p>
      </dgm:t>
    </dgm:pt>
    <dgm:pt modelId="{72610280-2AE6-467B-B3B9-9291EA3E77E8}" type="parTrans" cxnId="{A834B172-59AD-4938-A5D2-DEAE83D704F0}">
      <dgm:prSet/>
      <dgm:spPr/>
      <dgm:t>
        <a:bodyPr/>
        <a:lstStyle/>
        <a:p>
          <a:endParaRPr lang="en-US"/>
        </a:p>
      </dgm:t>
    </dgm:pt>
    <dgm:pt modelId="{ED6E3C6F-9C8F-46EA-837C-152A35AC97CD}" type="sibTrans" cxnId="{A834B172-59AD-4938-A5D2-DEAE83D704F0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346B2C94-4A01-485B-8035-B4316EE41F52}">
      <dgm:prSet/>
      <dgm:spPr/>
      <dgm:t>
        <a:bodyPr/>
        <a:lstStyle/>
        <a:p>
          <a:r>
            <a:rPr lang="ru-RU"/>
            <a:t>повышают эффективность работы</a:t>
          </a:r>
          <a:endParaRPr lang="en-US"/>
        </a:p>
      </dgm:t>
    </dgm:pt>
    <dgm:pt modelId="{999BEF56-9ADF-4B4E-BE61-BB9F5109D42E}" type="parTrans" cxnId="{02E60545-27A8-478E-AEFF-11D8C7034E66}">
      <dgm:prSet/>
      <dgm:spPr/>
      <dgm:t>
        <a:bodyPr/>
        <a:lstStyle/>
        <a:p>
          <a:endParaRPr lang="en-US"/>
        </a:p>
      </dgm:t>
    </dgm:pt>
    <dgm:pt modelId="{E003BA78-20DE-4211-BCDC-327A7360B0E6}" type="sibTrans" cxnId="{02E60545-27A8-478E-AEFF-11D8C7034E66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2E98B791-043F-4993-9E3E-AD8BDB9DF8C7}">
      <dgm:prSet/>
      <dgm:spPr/>
      <dgm:t>
        <a:bodyPr/>
        <a:lstStyle/>
        <a:p>
          <a:r>
            <a:rPr lang="ru-RU"/>
            <a:t>оптимальны для малого бизнеса</a:t>
          </a:r>
          <a:endParaRPr lang="en-US"/>
        </a:p>
      </dgm:t>
    </dgm:pt>
    <dgm:pt modelId="{A28EF614-28B6-49CB-8CBF-5794DFD0A696}" type="parTrans" cxnId="{1F3CF4E3-BB67-4B57-BABD-8A5BCCEC2D81}">
      <dgm:prSet/>
      <dgm:spPr/>
      <dgm:t>
        <a:bodyPr/>
        <a:lstStyle/>
        <a:p>
          <a:endParaRPr lang="en-US"/>
        </a:p>
      </dgm:t>
    </dgm:pt>
    <dgm:pt modelId="{F21578ED-A50E-4768-A216-44662A83AAAB}" type="sibTrans" cxnId="{1F3CF4E3-BB67-4B57-BABD-8A5BCCEC2D81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4DEFEA28-E776-4A0F-9CCA-5102C1FD8B61}">
      <dgm:prSet/>
      <dgm:spPr/>
      <dgm:t>
        <a:bodyPr/>
        <a:lstStyle/>
        <a:p>
          <a:r>
            <a:rPr lang="ru-RU"/>
            <a:t>1С:Бухгалтерия — наиболее распространенное решение</a:t>
          </a:r>
          <a:endParaRPr lang="en-US"/>
        </a:p>
      </dgm:t>
    </dgm:pt>
    <dgm:pt modelId="{46DEF370-77BA-499A-8956-4E95CCFB0413}" type="parTrans" cxnId="{582090DA-2F10-4329-9848-C477CD2AB051}">
      <dgm:prSet/>
      <dgm:spPr/>
      <dgm:t>
        <a:bodyPr/>
        <a:lstStyle/>
        <a:p>
          <a:endParaRPr lang="en-US"/>
        </a:p>
      </dgm:t>
    </dgm:pt>
    <dgm:pt modelId="{58E4E6D1-BEDD-4063-913E-C980B12A103E}" type="sibTrans" cxnId="{582090DA-2F10-4329-9848-C477CD2AB051}">
      <dgm:prSet phldrT="05" phldr="0"/>
      <dgm:spPr/>
      <dgm:t>
        <a:bodyPr/>
        <a:lstStyle/>
        <a:p>
          <a:r>
            <a:rPr lang="en-US"/>
            <a:t>05</a:t>
          </a:r>
        </a:p>
      </dgm:t>
    </dgm:pt>
    <dgm:pt modelId="{81C2FA83-C0AB-4896-BDEE-A5AD9D644478}" type="pres">
      <dgm:prSet presAssocID="{2B37B76E-C444-45E6-9C1F-43B2E61C6675}" presName="Name0" presStyleCnt="0">
        <dgm:presLayoutVars>
          <dgm:animLvl val="lvl"/>
          <dgm:resizeHandles val="exact"/>
        </dgm:presLayoutVars>
      </dgm:prSet>
      <dgm:spPr/>
    </dgm:pt>
    <dgm:pt modelId="{1B1A8155-464F-486D-8C87-B2A7FEF0058C}" type="pres">
      <dgm:prSet presAssocID="{1679703F-8BF6-4CC5-9708-CA29C6565CF2}" presName="compositeNode" presStyleCnt="0">
        <dgm:presLayoutVars>
          <dgm:bulletEnabled val="1"/>
        </dgm:presLayoutVars>
      </dgm:prSet>
      <dgm:spPr/>
    </dgm:pt>
    <dgm:pt modelId="{D80F7BF8-284F-4623-A6DC-FE931FA4482B}" type="pres">
      <dgm:prSet presAssocID="{1679703F-8BF6-4CC5-9708-CA29C6565CF2}" presName="bgRect" presStyleLbl="alignNode1" presStyleIdx="0" presStyleCnt="5"/>
      <dgm:spPr/>
    </dgm:pt>
    <dgm:pt modelId="{DE941CE9-26D1-4039-933C-E30AF8C74024}" type="pres">
      <dgm:prSet presAssocID="{982C09DD-EEB4-4EC4-97DA-4D1011B7777A}" presName="sibTransNodeRect" presStyleLbl="alignNode1" presStyleIdx="0" presStyleCnt="5">
        <dgm:presLayoutVars>
          <dgm:chMax val="0"/>
          <dgm:bulletEnabled val="1"/>
        </dgm:presLayoutVars>
      </dgm:prSet>
      <dgm:spPr/>
    </dgm:pt>
    <dgm:pt modelId="{070EA6C1-5BA9-4AED-A900-78F71696FF67}" type="pres">
      <dgm:prSet presAssocID="{1679703F-8BF6-4CC5-9708-CA29C6565CF2}" presName="nodeRect" presStyleLbl="alignNode1" presStyleIdx="0" presStyleCnt="5">
        <dgm:presLayoutVars>
          <dgm:bulletEnabled val="1"/>
        </dgm:presLayoutVars>
      </dgm:prSet>
      <dgm:spPr/>
    </dgm:pt>
    <dgm:pt modelId="{FA2ED9DA-AEF9-4F31-92CB-636547F91571}" type="pres">
      <dgm:prSet presAssocID="{982C09DD-EEB4-4EC4-97DA-4D1011B7777A}" presName="sibTrans" presStyleCnt="0"/>
      <dgm:spPr/>
    </dgm:pt>
    <dgm:pt modelId="{5989C374-5AB4-4D43-A7BE-3630C3EADE0C}" type="pres">
      <dgm:prSet presAssocID="{DCC7D545-311B-4CE8-8116-10CC9039FF7C}" presName="compositeNode" presStyleCnt="0">
        <dgm:presLayoutVars>
          <dgm:bulletEnabled val="1"/>
        </dgm:presLayoutVars>
      </dgm:prSet>
      <dgm:spPr/>
    </dgm:pt>
    <dgm:pt modelId="{CA2C0165-1313-45E8-9614-CB9B4E896E6A}" type="pres">
      <dgm:prSet presAssocID="{DCC7D545-311B-4CE8-8116-10CC9039FF7C}" presName="bgRect" presStyleLbl="alignNode1" presStyleIdx="1" presStyleCnt="5"/>
      <dgm:spPr/>
    </dgm:pt>
    <dgm:pt modelId="{0681997F-3E58-4FD9-994E-2CEDBEADA44E}" type="pres">
      <dgm:prSet presAssocID="{ED6E3C6F-9C8F-46EA-837C-152A35AC97CD}" presName="sibTransNodeRect" presStyleLbl="alignNode1" presStyleIdx="1" presStyleCnt="5">
        <dgm:presLayoutVars>
          <dgm:chMax val="0"/>
          <dgm:bulletEnabled val="1"/>
        </dgm:presLayoutVars>
      </dgm:prSet>
      <dgm:spPr/>
    </dgm:pt>
    <dgm:pt modelId="{169BCDC8-F5E5-4A7F-BF7F-0CC90863D44A}" type="pres">
      <dgm:prSet presAssocID="{DCC7D545-311B-4CE8-8116-10CC9039FF7C}" presName="nodeRect" presStyleLbl="alignNode1" presStyleIdx="1" presStyleCnt="5">
        <dgm:presLayoutVars>
          <dgm:bulletEnabled val="1"/>
        </dgm:presLayoutVars>
      </dgm:prSet>
      <dgm:spPr/>
    </dgm:pt>
    <dgm:pt modelId="{3F7A61D2-5644-4A10-8AF9-A549A3245419}" type="pres">
      <dgm:prSet presAssocID="{ED6E3C6F-9C8F-46EA-837C-152A35AC97CD}" presName="sibTrans" presStyleCnt="0"/>
      <dgm:spPr/>
    </dgm:pt>
    <dgm:pt modelId="{35C9CD8B-02D0-48B6-B8E9-01ECDB708CB5}" type="pres">
      <dgm:prSet presAssocID="{346B2C94-4A01-485B-8035-B4316EE41F52}" presName="compositeNode" presStyleCnt="0">
        <dgm:presLayoutVars>
          <dgm:bulletEnabled val="1"/>
        </dgm:presLayoutVars>
      </dgm:prSet>
      <dgm:spPr/>
    </dgm:pt>
    <dgm:pt modelId="{AD786D0F-11A0-4B62-8832-62AA411F4DCA}" type="pres">
      <dgm:prSet presAssocID="{346B2C94-4A01-485B-8035-B4316EE41F52}" presName="bgRect" presStyleLbl="alignNode1" presStyleIdx="2" presStyleCnt="5"/>
      <dgm:spPr/>
    </dgm:pt>
    <dgm:pt modelId="{210418FF-EB68-49FA-9AB5-FCF4CE0D7932}" type="pres">
      <dgm:prSet presAssocID="{E003BA78-20DE-4211-BCDC-327A7360B0E6}" presName="sibTransNodeRect" presStyleLbl="alignNode1" presStyleIdx="2" presStyleCnt="5">
        <dgm:presLayoutVars>
          <dgm:chMax val="0"/>
          <dgm:bulletEnabled val="1"/>
        </dgm:presLayoutVars>
      </dgm:prSet>
      <dgm:spPr/>
    </dgm:pt>
    <dgm:pt modelId="{354C950E-2BC6-4936-97E3-322EA32FE1AB}" type="pres">
      <dgm:prSet presAssocID="{346B2C94-4A01-485B-8035-B4316EE41F52}" presName="nodeRect" presStyleLbl="alignNode1" presStyleIdx="2" presStyleCnt="5">
        <dgm:presLayoutVars>
          <dgm:bulletEnabled val="1"/>
        </dgm:presLayoutVars>
      </dgm:prSet>
      <dgm:spPr/>
    </dgm:pt>
    <dgm:pt modelId="{C2B09459-57F3-4005-BFCA-96187D487BA5}" type="pres">
      <dgm:prSet presAssocID="{E003BA78-20DE-4211-BCDC-327A7360B0E6}" presName="sibTrans" presStyleCnt="0"/>
      <dgm:spPr/>
    </dgm:pt>
    <dgm:pt modelId="{F4181358-0667-4ED6-877F-1EDC9DC60341}" type="pres">
      <dgm:prSet presAssocID="{2E98B791-043F-4993-9E3E-AD8BDB9DF8C7}" presName="compositeNode" presStyleCnt="0">
        <dgm:presLayoutVars>
          <dgm:bulletEnabled val="1"/>
        </dgm:presLayoutVars>
      </dgm:prSet>
      <dgm:spPr/>
    </dgm:pt>
    <dgm:pt modelId="{ADE067BC-6E9C-4D1F-92B5-F1619DC72588}" type="pres">
      <dgm:prSet presAssocID="{2E98B791-043F-4993-9E3E-AD8BDB9DF8C7}" presName="bgRect" presStyleLbl="alignNode1" presStyleIdx="3" presStyleCnt="5"/>
      <dgm:spPr/>
    </dgm:pt>
    <dgm:pt modelId="{3E8152E9-5E13-468A-84CC-4B1ACAF77C51}" type="pres">
      <dgm:prSet presAssocID="{F21578ED-A50E-4768-A216-44662A83AAAB}" presName="sibTransNodeRect" presStyleLbl="alignNode1" presStyleIdx="3" presStyleCnt="5">
        <dgm:presLayoutVars>
          <dgm:chMax val="0"/>
          <dgm:bulletEnabled val="1"/>
        </dgm:presLayoutVars>
      </dgm:prSet>
      <dgm:spPr/>
    </dgm:pt>
    <dgm:pt modelId="{56B6BFE7-3169-4FA0-AB77-CC8583B7854B}" type="pres">
      <dgm:prSet presAssocID="{2E98B791-043F-4993-9E3E-AD8BDB9DF8C7}" presName="nodeRect" presStyleLbl="alignNode1" presStyleIdx="3" presStyleCnt="5">
        <dgm:presLayoutVars>
          <dgm:bulletEnabled val="1"/>
        </dgm:presLayoutVars>
      </dgm:prSet>
      <dgm:spPr/>
    </dgm:pt>
    <dgm:pt modelId="{6B6BB2E2-A0CA-4140-8E8E-9E993A08645D}" type="pres">
      <dgm:prSet presAssocID="{F21578ED-A50E-4768-A216-44662A83AAAB}" presName="sibTrans" presStyleCnt="0"/>
      <dgm:spPr/>
    </dgm:pt>
    <dgm:pt modelId="{AF47621A-B025-47DB-972B-1D81B0F9ADEF}" type="pres">
      <dgm:prSet presAssocID="{4DEFEA28-E776-4A0F-9CCA-5102C1FD8B61}" presName="compositeNode" presStyleCnt="0">
        <dgm:presLayoutVars>
          <dgm:bulletEnabled val="1"/>
        </dgm:presLayoutVars>
      </dgm:prSet>
      <dgm:spPr/>
    </dgm:pt>
    <dgm:pt modelId="{4A05B7B7-D9DB-4E10-9740-B9B87811955A}" type="pres">
      <dgm:prSet presAssocID="{4DEFEA28-E776-4A0F-9CCA-5102C1FD8B61}" presName="bgRect" presStyleLbl="alignNode1" presStyleIdx="4" presStyleCnt="5"/>
      <dgm:spPr/>
    </dgm:pt>
    <dgm:pt modelId="{B6F18E0E-7EEB-47C2-B93A-754B3F5CFB9D}" type="pres">
      <dgm:prSet presAssocID="{58E4E6D1-BEDD-4063-913E-C980B12A103E}" presName="sibTransNodeRect" presStyleLbl="alignNode1" presStyleIdx="4" presStyleCnt="5">
        <dgm:presLayoutVars>
          <dgm:chMax val="0"/>
          <dgm:bulletEnabled val="1"/>
        </dgm:presLayoutVars>
      </dgm:prSet>
      <dgm:spPr/>
    </dgm:pt>
    <dgm:pt modelId="{355610FA-40A8-47E8-AE0E-DF0E00FBD661}" type="pres">
      <dgm:prSet presAssocID="{4DEFEA28-E776-4A0F-9CCA-5102C1FD8B61}" presName="nodeRect" presStyleLbl="alignNode1" presStyleIdx="4" presStyleCnt="5">
        <dgm:presLayoutVars>
          <dgm:bulletEnabled val="1"/>
        </dgm:presLayoutVars>
      </dgm:prSet>
      <dgm:spPr/>
    </dgm:pt>
  </dgm:ptLst>
  <dgm:cxnLst>
    <dgm:cxn modelId="{202C1C11-EF47-4CA1-AF44-73D3DE0CAC41}" type="presOf" srcId="{1679703F-8BF6-4CC5-9708-CA29C6565CF2}" destId="{D80F7BF8-284F-4623-A6DC-FE931FA4482B}" srcOrd="0" destOrd="0" presId="urn:microsoft.com/office/officeart/2016/7/layout/LinearBlockProcessNumbered"/>
    <dgm:cxn modelId="{70DBD513-9A76-4992-A319-DD24C9A837D9}" srcId="{2B37B76E-C444-45E6-9C1F-43B2E61C6675}" destId="{1679703F-8BF6-4CC5-9708-CA29C6565CF2}" srcOrd="0" destOrd="0" parTransId="{9B6F609B-9995-48B1-B42E-93F43DC6ADA4}" sibTransId="{982C09DD-EEB4-4EC4-97DA-4D1011B7777A}"/>
    <dgm:cxn modelId="{F2DDC52E-21D3-4004-BE8B-14A1C43584B1}" type="presOf" srcId="{F21578ED-A50E-4768-A216-44662A83AAAB}" destId="{3E8152E9-5E13-468A-84CC-4B1ACAF77C51}" srcOrd="0" destOrd="0" presId="urn:microsoft.com/office/officeart/2016/7/layout/LinearBlockProcessNumbered"/>
    <dgm:cxn modelId="{005ED33A-8D14-4B84-A34D-FD15B75070E2}" type="presOf" srcId="{4DEFEA28-E776-4A0F-9CCA-5102C1FD8B61}" destId="{4A05B7B7-D9DB-4E10-9740-B9B87811955A}" srcOrd="0" destOrd="0" presId="urn:microsoft.com/office/officeart/2016/7/layout/LinearBlockProcessNumbered"/>
    <dgm:cxn modelId="{6B9FAD3B-BCDF-4117-8EBC-6886FF08F83E}" type="presOf" srcId="{DCC7D545-311B-4CE8-8116-10CC9039FF7C}" destId="{CA2C0165-1313-45E8-9614-CB9B4E896E6A}" srcOrd="0" destOrd="0" presId="urn:microsoft.com/office/officeart/2016/7/layout/LinearBlockProcessNumbered"/>
    <dgm:cxn modelId="{9C98CC3B-9961-45F6-8AC7-4B5FECE57E1E}" type="presOf" srcId="{2E98B791-043F-4993-9E3E-AD8BDB9DF8C7}" destId="{56B6BFE7-3169-4FA0-AB77-CC8583B7854B}" srcOrd="1" destOrd="0" presId="urn:microsoft.com/office/officeart/2016/7/layout/LinearBlockProcessNumbered"/>
    <dgm:cxn modelId="{F74F8C60-3D94-4D36-B39B-0E600E39C1A9}" type="presOf" srcId="{2E98B791-043F-4993-9E3E-AD8BDB9DF8C7}" destId="{ADE067BC-6E9C-4D1F-92B5-F1619DC72588}" srcOrd="0" destOrd="0" presId="urn:microsoft.com/office/officeart/2016/7/layout/LinearBlockProcessNumbered"/>
    <dgm:cxn modelId="{02E60545-27A8-478E-AEFF-11D8C7034E66}" srcId="{2B37B76E-C444-45E6-9C1F-43B2E61C6675}" destId="{346B2C94-4A01-485B-8035-B4316EE41F52}" srcOrd="2" destOrd="0" parTransId="{999BEF56-9ADF-4B4E-BE61-BB9F5109D42E}" sibTransId="{E003BA78-20DE-4211-BCDC-327A7360B0E6}"/>
    <dgm:cxn modelId="{F04A046A-24A9-4B75-B331-2DB55DDF1AE9}" type="presOf" srcId="{346B2C94-4A01-485B-8035-B4316EE41F52}" destId="{354C950E-2BC6-4936-97E3-322EA32FE1AB}" srcOrd="1" destOrd="0" presId="urn:microsoft.com/office/officeart/2016/7/layout/LinearBlockProcessNumbered"/>
    <dgm:cxn modelId="{26A7D96A-AEB8-4B2E-B1DD-154429651B4D}" type="presOf" srcId="{ED6E3C6F-9C8F-46EA-837C-152A35AC97CD}" destId="{0681997F-3E58-4FD9-994E-2CEDBEADA44E}" srcOrd="0" destOrd="0" presId="urn:microsoft.com/office/officeart/2016/7/layout/LinearBlockProcessNumbered"/>
    <dgm:cxn modelId="{A834B172-59AD-4938-A5D2-DEAE83D704F0}" srcId="{2B37B76E-C444-45E6-9C1F-43B2E61C6675}" destId="{DCC7D545-311B-4CE8-8116-10CC9039FF7C}" srcOrd="1" destOrd="0" parTransId="{72610280-2AE6-467B-B3B9-9291EA3E77E8}" sibTransId="{ED6E3C6F-9C8F-46EA-837C-152A35AC97CD}"/>
    <dgm:cxn modelId="{40919E53-55C7-465E-8468-AF7AFF518DA0}" type="presOf" srcId="{4DEFEA28-E776-4A0F-9CCA-5102C1FD8B61}" destId="{355610FA-40A8-47E8-AE0E-DF0E00FBD661}" srcOrd="1" destOrd="0" presId="urn:microsoft.com/office/officeart/2016/7/layout/LinearBlockProcessNumbered"/>
    <dgm:cxn modelId="{6165BA73-4FE8-4F37-A049-8DB444A3DA3D}" type="presOf" srcId="{2B37B76E-C444-45E6-9C1F-43B2E61C6675}" destId="{81C2FA83-C0AB-4896-BDEE-A5AD9D644478}" srcOrd="0" destOrd="0" presId="urn:microsoft.com/office/officeart/2016/7/layout/LinearBlockProcessNumbered"/>
    <dgm:cxn modelId="{E3F7587B-2F08-4E76-B286-2594A545DAE5}" type="presOf" srcId="{1679703F-8BF6-4CC5-9708-CA29C6565CF2}" destId="{070EA6C1-5BA9-4AED-A900-78F71696FF67}" srcOrd="1" destOrd="0" presId="urn:microsoft.com/office/officeart/2016/7/layout/LinearBlockProcessNumbered"/>
    <dgm:cxn modelId="{BA0F3889-5C6C-4FC6-A2D3-CE1B66971A81}" type="presOf" srcId="{982C09DD-EEB4-4EC4-97DA-4D1011B7777A}" destId="{DE941CE9-26D1-4039-933C-E30AF8C74024}" srcOrd="0" destOrd="0" presId="urn:microsoft.com/office/officeart/2016/7/layout/LinearBlockProcessNumbered"/>
    <dgm:cxn modelId="{2B2BBE95-B254-40CC-A6F3-33AC997EFECA}" type="presOf" srcId="{DCC7D545-311B-4CE8-8116-10CC9039FF7C}" destId="{169BCDC8-F5E5-4A7F-BF7F-0CC90863D44A}" srcOrd="1" destOrd="0" presId="urn:microsoft.com/office/officeart/2016/7/layout/LinearBlockProcessNumbered"/>
    <dgm:cxn modelId="{8FC52BA5-BCF5-4214-8162-59F894AF05E7}" type="presOf" srcId="{346B2C94-4A01-485B-8035-B4316EE41F52}" destId="{AD786D0F-11A0-4B62-8832-62AA411F4DCA}" srcOrd="0" destOrd="0" presId="urn:microsoft.com/office/officeart/2016/7/layout/LinearBlockProcessNumbered"/>
    <dgm:cxn modelId="{A16D5BCA-DBE2-4490-B799-37C31180382C}" type="presOf" srcId="{E003BA78-20DE-4211-BCDC-327A7360B0E6}" destId="{210418FF-EB68-49FA-9AB5-FCF4CE0D7932}" srcOrd="0" destOrd="0" presId="urn:microsoft.com/office/officeart/2016/7/layout/LinearBlockProcessNumbered"/>
    <dgm:cxn modelId="{582090DA-2F10-4329-9848-C477CD2AB051}" srcId="{2B37B76E-C444-45E6-9C1F-43B2E61C6675}" destId="{4DEFEA28-E776-4A0F-9CCA-5102C1FD8B61}" srcOrd="4" destOrd="0" parTransId="{46DEF370-77BA-499A-8956-4E95CCFB0413}" sibTransId="{58E4E6D1-BEDD-4063-913E-C980B12A103E}"/>
    <dgm:cxn modelId="{FC7354E0-C752-4E2F-AC31-C4F2D56DB00D}" type="presOf" srcId="{58E4E6D1-BEDD-4063-913E-C980B12A103E}" destId="{B6F18E0E-7EEB-47C2-B93A-754B3F5CFB9D}" srcOrd="0" destOrd="0" presId="urn:microsoft.com/office/officeart/2016/7/layout/LinearBlockProcessNumbered"/>
    <dgm:cxn modelId="{1F3CF4E3-BB67-4B57-BABD-8A5BCCEC2D81}" srcId="{2B37B76E-C444-45E6-9C1F-43B2E61C6675}" destId="{2E98B791-043F-4993-9E3E-AD8BDB9DF8C7}" srcOrd="3" destOrd="0" parTransId="{A28EF614-28B6-49CB-8CBF-5794DFD0A696}" sibTransId="{F21578ED-A50E-4768-A216-44662A83AAAB}"/>
    <dgm:cxn modelId="{33B1625D-131A-47D0-B38F-174665011878}" type="presParOf" srcId="{81C2FA83-C0AB-4896-BDEE-A5AD9D644478}" destId="{1B1A8155-464F-486D-8C87-B2A7FEF0058C}" srcOrd="0" destOrd="0" presId="urn:microsoft.com/office/officeart/2016/7/layout/LinearBlockProcessNumbered"/>
    <dgm:cxn modelId="{52DA58BC-7ED2-4EDD-8189-C7B787E6AE79}" type="presParOf" srcId="{1B1A8155-464F-486D-8C87-B2A7FEF0058C}" destId="{D80F7BF8-284F-4623-A6DC-FE931FA4482B}" srcOrd="0" destOrd="0" presId="urn:microsoft.com/office/officeart/2016/7/layout/LinearBlockProcessNumbered"/>
    <dgm:cxn modelId="{C99119DE-8658-4EE8-AD1E-6253973F4189}" type="presParOf" srcId="{1B1A8155-464F-486D-8C87-B2A7FEF0058C}" destId="{DE941CE9-26D1-4039-933C-E30AF8C74024}" srcOrd="1" destOrd="0" presId="urn:microsoft.com/office/officeart/2016/7/layout/LinearBlockProcessNumbered"/>
    <dgm:cxn modelId="{AE229F89-C921-400F-9477-7ACB91F47E25}" type="presParOf" srcId="{1B1A8155-464F-486D-8C87-B2A7FEF0058C}" destId="{070EA6C1-5BA9-4AED-A900-78F71696FF67}" srcOrd="2" destOrd="0" presId="urn:microsoft.com/office/officeart/2016/7/layout/LinearBlockProcessNumbered"/>
    <dgm:cxn modelId="{9832F96B-A82D-4726-98AA-33DA0D4E486D}" type="presParOf" srcId="{81C2FA83-C0AB-4896-BDEE-A5AD9D644478}" destId="{FA2ED9DA-AEF9-4F31-92CB-636547F91571}" srcOrd="1" destOrd="0" presId="urn:microsoft.com/office/officeart/2016/7/layout/LinearBlockProcessNumbered"/>
    <dgm:cxn modelId="{B1093A57-D1B3-452E-8D53-3D852E4A6C4E}" type="presParOf" srcId="{81C2FA83-C0AB-4896-BDEE-A5AD9D644478}" destId="{5989C374-5AB4-4D43-A7BE-3630C3EADE0C}" srcOrd="2" destOrd="0" presId="urn:microsoft.com/office/officeart/2016/7/layout/LinearBlockProcessNumbered"/>
    <dgm:cxn modelId="{DA38E65B-8890-44E8-86BF-6DB3A1EC47A4}" type="presParOf" srcId="{5989C374-5AB4-4D43-A7BE-3630C3EADE0C}" destId="{CA2C0165-1313-45E8-9614-CB9B4E896E6A}" srcOrd="0" destOrd="0" presId="urn:microsoft.com/office/officeart/2016/7/layout/LinearBlockProcessNumbered"/>
    <dgm:cxn modelId="{31B2D253-E6A1-445C-BB1A-6B2B3E87C6A5}" type="presParOf" srcId="{5989C374-5AB4-4D43-A7BE-3630C3EADE0C}" destId="{0681997F-3E58-4FD9-994E-2CEDBEADA44E}" srcOrd="1" destOrd="0" presId="urn:microsoft.com/office/officeart/2016/7/layout/LinearBlockProcessNumbered"/>
    <dgm:cxn modelId="{5BEDD598-EBBE-4A4D-99EA-5DD27222C32A}" type="presParOf" srcId="{5989C374-5AB4-4D43-A7BE-3630C3EADE0C}" destId="{169BCDC8-F5E5-4A7F-BF7F-0CC90863D44A}" srcOrd="2" destOrd="0" presId="urn:microsoft.com/office/officeart/2016/7/layout/LinearBlockProcessNumbered"/>
    <dgm:cxn modelId="{E04D1659-FBB0-4DAD-878F-45E4EA4F95A1}" type="presParOf" srcId="{81C2FA83-C0AB-4896-BDEE-A5AD9D644478}" destId="{3F7A61D2-5644-4A10-8AF9-A549A3245419}" srcOrd="3" destOrd="0" presId="urn:microsoft.com/office/officeart/2016/7/layout/LinearBlockProcessNumbered"/>
    <dgm:cxn modelId="{979CA326-3321-4238-A4DA-35AB23127F0E}" type="presParOf" srcId="{81C2FA83-C0AB-4896-BDEE-A5AD9D644478}" destId="{35C9CD8B-02D0-48B6-B8E9-01ECDB708CB5}" srcOrd="4" destOrd="0" presId="urn:microsoft.com/office/officeart/2016/7/layout/LinearBlockProcessNumbered"/>
    <dgm:cxn modelId="{7424EA00-A4EA-46BC-9C02-614166B4CAF5}" type="presParOf" srcId="{35C9CD8B-02D0-48B6-B8E9-01ECDB708CB5}" destId="{AD786D0F-11A0-4B62-8832-62AA411F4DCA}" srcOrd="0" destOrd="0" presId="urn:microsoft.com/office/officeart/2016/7/layout/LinearBlockProcessNumbered"/>
    <dgm:cxn modelId="{866AEB34-B879-4DA5-8EDC-E6EF856F525D}" type="presParOf" srcId="{35C9CD8B-02D0-48B6-B8E9-01ECDB708CB5}" destId="{210418FF-EB68-49FA-9AB5-FCF4CE0D7932}" srcOrd="1" destOrd="0" presId="urn:microsoft.com/office/officeart/2016/7/layout/LinearBlockProcessNumbered"/>
    <dgm:cxn modelId="{B9BB9516-B909-4BE3-A0FC-97886080568A}" type="presParOf" srcId="{35C9CD8B-02D0-48B6-B8E9-01ECDB708CB5}" destId="{354C950E-2BC6-4936-97E3-322EA32FE1AB}" srcOrd="2" destOrd="0" presId="urn:microsoft.com/office/officeart/2016/7/layout/LinearBlockProcessNumbered"/>
    <dgm:cxn modelId="{A9126E7B-F879-4FF9-86D0-7B6D36E0C2AE}" type="presParOf" srcId="{81C2FA83-C0AB-4896-BDEE-A5AD9D644478}" destId="{C2B09459-57F3-4005-BFCA-96187D487BA5}" srcOrd="5" destOrd="0" presId="urn:microsoft.com/office/officeart/2016/7/layout/LinearBlockProcessNumbered"/>
    <dgm:cxn modelId="{A4474C54-CCBD-4B7E-8199-2332CCDA24B3}" type="presParOf" srcId="{81C2FA83-C0AB-4896-BDEE-A5AD9D644478}" destId="{F4181358-0667-4ED6-877F-1EDC9DC60341}" srcOrd="6" destOrd="0" presId="urn:microsoft.com/office/officeart/2016/7/layout/LinearBlockProcessNumbered"/>
    <dgm:cxn modelId="{A15C99A3-111D-4D13-BC02-182D7EBF1B8F}" type="presParOf" srcId="{F4181358-0667-4ED6-877F-1EDC9DC60341}" destId="{ADE067BC-6E9C-4D1F-92B5-F1619DC72588}" srcOrd="0" destOrd="0" presId="urn:microsoft.com/office/officeart/2016/7/layout/LinearBlockProcessNumbered"/>
    <dgm:cxn modelId="{F10DB50A-E377-40B0-9CDE-1B6352B72B3C}" type="presParOf" srcId="{F4181358-0667-4ED6-877F-1EDC9DC60341}" destId="{3E8152E9-5E13-468A-84CC-4B1ACAF77C51}" srcOrd="1" destOrd="0" presId="urn:microsoft.com/office/officeart/2016/7/layout/LinearBlockProcessNumbered"/>
    <dgm:cxn modelId="{B88CCDF6-BC81-4A77-9093-1618BA428F92}" type="presParOf" srcId="{F4181358-0667-4ED6-877F-1EDC9DC60341}" destId="{56B6BFE7-3169-4FA0-AB77-CC8583B7854B}" srcOrd="2" destOrd="0" presId="urn:microsoft.com/office/officeart/2016/7/layout/LinearBlockProcessNumbered"/>
    <dgm:cxn modelId="{AE3CBF1F-A8AB-4969-A5C9-7187DF8E245B}" type="presParOf" srcId="{81C2FA83-C0AB-4896-BDEE-A5AD9D644478}" destId="{6B6BB2E2-A0CA-4140-8E8E-9E993A08645D}" srcOrd="7" destOrd="0" presId="urn:microsoft.com/office/officeart/2016/7/layout/LinearBlockProcessNumbered"/>
    <dgm:cxn modelId="{0C29F65D-2755-49D2-891A-E9A4F8C763D6}" type="presParOf" srcId="{81C2FA83-C0AB-4896-BDEE-A5AD9D644478}" destId="{AF47621A-B025-47DB-972B-1D81B0F9ADEF}" srcOrd="8" destOrd="0" presId="urn:microsoft.com/office/officeart/2016/7/layout/LinearBlockProcessNumbered"/>
    <dgm:cxn modelId="{9C0692A2-D889-4BAC-AC7B-F4BCB2441C8C}" type="presParOf" srcId="{AF47621A-B025-47DB-972B-1D81B0F9ADEF}" destId="{4A05B7B7-D9DB-4E10-9740-B9B87811955A}" srcOrd="0" destOrd="0" presId="urn:microsoft.com/office/officeart/2016/7/layout/LinearBlockProcessNumbered"/>
    <dgm:cxn modelId="{7D126894-297D-46E9-8DAC-1779063123D9}" type="presParOf" srcId="{AF47621A-B025-47DB-972B-1D81B0F9ADEF}" destId="{B6F18E0E-7EEB-47C2-B93A-754B3F5CFB9D}" srcOrd="1" destOrd="0" presId="urn:microsoft.com/office/officeart/2016/7/layout/LinearBlockProcessNumbered"/>
    <dgm:cxn modelId="{8802C41A-07DE-4825-B666-6F36642986C2}" type="presParOf" srcId="{AF47621A-B025-47DB-972B-1D81B0F9ADEF}" destId="{355610FA-40A8-47E8-AE0E-DF0E00FBD661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AF498A-E97B-42A5-A13B-3A89B361A33F}">
      <dsp:nvSpPr>
        <dsp:cNvPr id="0" name=""/>
        <dsp:cNvSpPr/>
      </dsp:nvSpPr>
      <dsp:spPr>
        <a:xfrm>
          <a:off x="0" y="563999"/>
          <a:ext cx="5676900" cy="4725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0591" tIns="624840" rIns="440591" bIns="21336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3000" kern="1200"/>
            <a:t>изучить особенности бухгалтерского учета;</a:t>
          </a:r>
          <a:endParaRPr lang="en-US" sz="3000" kern="1200"/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3000" kern="1200"/>
            <a:t>рассмотреть ИС для автоматизации учета;</a:t>
          </a:r>
          <a:endParaRPr lang="en-US" sz="3000" kern="1200"/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3000" kern="1200"/>
            <a:t>провести сравнительный анализ программ;</a:t>
          </a:r>
          <a:endParaRPr lang="en-US" sz="3000" kern="1200"/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3000" kern="1200"/>
            <a:t>рассмотреть практический пример работы системы.</a:t>
          </a:r>
          <a:endParaRPr lang="en-US" sz="3000" kern="1200"/>
        </a:p>
      </dsp:txBody>
      <dsp:txXfrm>
        <a:off x="0" y="563999"/>
        <a:ext cx="5676900" cy="4725000"/>
      </dsp:txXfrm>
    </dsp:sp>
    <dsp:sp modelId="{B28B36CD-B582-450B-8DF4-D799CE067BD9}">
      <dsp:nvSpPr>
        <dsp:cNvPr id="0" name=""/>
        <dsp:cNvSpPr/>
      </dsp:nvSpPr>
      <dsp:spPr>
        <a:xfrm>
          <a:off x="283845" y="121199"/>
          <a:ext cx="3973830" cy="8856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201" tIns="0" rIns="150201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1" kern="1200"/>
            <a:t>Задачи:</a:t>
          </a:r>
          <a:endParaRPr lang="en-US" sz="3000" kern="1200"/>
        </a:p>
      </dsp:txBody>
      <dsp:txXfrm>
        <a:off x="327076" y="164430"/>
        <a:ext cx="3887368" cy="7991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4BB8BB-EEB2-4173-B39F-C59AA398FEA4}">
      <dsp:nvSpPr>
        <dsp:cNvPr id="0" name=""/>
        <dsp:cNvSpPr/>
      </dsp:nvSpPr>
      <dsp:spPr>
        <a:xfrm>
          <a:off x="0" y="1361939"/>
          <a:ext cx="5676900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5798AB-76B3-434F-BF99-E8EBD73B6156}">
      <dsp:nvSpPr>
        <dsp:cNvPr id="0" name=""/>
        <dsp:cNvSpPr/>
      </dsp:nvSpPr>
      <dsp:spPr>
        <a:xfrm>
          <a:off x="283845" y="1155299"/>
          <a:ext cx="3973830" cy="4132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201" tIns="0" rIns="150201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/>
            <a:t>небольшой объем операций</a:t>
          </a:r>
          <a:endParaRPr lang="en-US" sz="1400" kern="1200"/>
        </a:p>
      </dsp:txBody>
      <dsp:txXfrm>
        <a:off x="304020" y="1175474"/>
        <a:ext cx="3933480" cy="372930"/>
      </dsp:txXfrm>
    </dsp:sp>
    <dsp:sp modelId="{7D2C4C50-E6CC-498F-8EB7-F36F1E869DBB}">
      <dsp:nvSpPr>
        <dsp:cNvPr id="0" name=""/>
        <dsp:cNvSpPr/>
      </dsp:nvSpPr>
      <dsp:spPr>
        <a:xfrm>
          <a:off x="0" y="1996980"/>
          <a:ext cx="5676900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24DD2D-F64A-4313-9FB7-1564B9897EB7}">
      <dsp:nvSpPr>
        <dsp:cNvPr id="0" name=""/>
        <dsp:cNvSpPr/>
      </dsp:nvSpPr>
      <dsp:spPr>
        <a:xfrm>
          <a:off x="283845" y="1790340"/>
          <a:ext cx="3973830" cy="41328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201" tIns="0" rIns="150201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/>
            <a:t>ограниченные ресурсы</a:t>
          </a:r>
          <a:endParaRPr lang="en-US" sz="1400" kern="1200"/>
        </a:p>
      </dsp:txBody>
      <dsp:txXfrm>
        <a:off x="304020" y="1810515"/>
        <a:ext cx="3933480" cy="372930"/>
      </dsp:txXfrm>
    </dsp:sp>
    <dsp:sp modelId="{EC8131FF-1A23-4A38-8123-F16CFB619354}">
      <dsp:nvSpPr>
        <dsp:cNvPr id="0" name=""/>
        <dsp:cNvSpPr/>
      </dsp:nvSpPr>
      <dsp:spPr>
        <a:xfrm>
          <a:off x="0" y="2632020"/>
          <a:ext cx="5676900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BB8511-41EA-4357-A80B-A2F57A20A1D3}">
      <dsp:nvSpPr>
        <dsp:cNvPr id="0" name=""/>
        <dsp:cNvSpPr/>
      </dsp:nvSpPr>
      <dsp:spPr>
        <a:xfrm>
          <a:off x="283845" y="2425380"/>
          <a:ext cx="3973830" cy="4132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201" tIns="0" rIns="150201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/>
            <a:t>упрощенная отчетность</a:t>
          </a:r>
          <a:endParaRPr lang="en-US" sz="1400" kern="1200"/>
        </a:p>
      </dsp:txBody>
      <dsp:txXfrm>
        <a:off x="304020" y="2445555"/>
        <a:ext cx="3933480" cy="372930"/>
      </dsp:txXfrm>
    </dsp:sp>
    <dsp:sp modelId="{C8755F3D-37EB-4503-A526-B40C88A330BA}">
      <dsp:nvSpPr>
        <dsp:cNvPr id="0" name=""/>
        <dsp:cNvSpPr/>
      </dsp:nvSpPr>
      <dsp:spPr>
        <a:xfrm>
          <a:off x="0" y="3267060"/>
          <a:ext cx="5676900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A39145-C2BC-4E11-A6CE-33570DEE977A}">
      <dsp:nvSpPr>
        <dsp:cNvPr id="0" name=""/>
        <dsp:cNvSpPr/>
      </dsp:nvSpPr>
      <dsp:spPr>
        <a:xfrm>
          <a:off x="283845" y="3060420"/>
          <a:ext cx="3973830" cy="4132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201" tIns="0" rIns="150201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/>
            <a:t>высокая чувствительность к ошибкам</a:t>
          </a:r>
          <a:endParaRPr lang="en-US" sz="1400" kern="1200"/>
        </a:p>
      </dsp:txBody>
      <dsp:txXfrm>
        <a:off x="304020" y="3080595"/>
        <a:ext cx="3933480" cy="372930"/>
      </dsp:txXfrm>
    </dsp:sp>
    <dsp:sp modelId="{75047BF0-02E0-4C61-B530-BA45BF294D55}">
      <dsp:nvSpPr>
        <dsp:cNvPr id="0" name=""/>
        <dsp:cNvSpPr/>
      </dsp:nvSpPr>
      <dsp:spPr>
        <a:xfrm>
          <a:off x="0" y="3902100"/>
          <a:ext cx="5676900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DF23ED-718A-4F7A-8C09-C9BB030B5321}">
      <dsp:nvSpPr>
        <dsp:cNvPr id="0" name=""/>
        <dsp:cNvSpPr/>
      </dsp:nvSpPr>
      <dsp:spPr>
        <a:xfrm>
          <a:off x="283845" y="3695460"/>
          <a:ext cx="3973830" cy="41328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201" tIns="0" rIns="150201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/>
            <a:t>необходимость автоматизации процессов</a:t>
          </a:r>
          <a:endParaRPr lang="en-US" sz="1400" kern="1200"/>
        </a:p>
      </dsp:txBody>
      <dsp:txXfrm>
        <a:off x="304020" y="3715635"/>
        <a:ext cx="3933480" cy="3729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BAD197-CAEB-4CB4-85C2-0DFA0EE08CEE}">
      <dsp:nvSpPr>
        <dsp:cNvPr id="0" name=""/>
        <dsp:cNvSpPr/>
      </dsp:nvSpPr>
      <dsp:spPr>
        <a:xfrm>
          <a:off x="1796206" y="709"/>
          <a:ext cx="2084486" cy="2084486"/>
        </a:xfrm>
        <a:prstGeom prst="downArrow">
          <a:avLst>
            <a:gd name="adj1" fmla="val 50000"/>
            <a:gd name="adj2" fmla="val 3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/>
            <a:t>ошибки при расчетах</a:t>
          </a:r>
          <a:endParaRPr lang="en-US" sz="1000" kern="1200"/>
        </a:p>
      </dsp:txBody>
      <dsp:txXfrm>
        <a:off x="2317328" y="709"/>
        <a:ext cx="1042243" cy="1719701"/>
      </dsp:txXfrm>
    </dsp:sp>
    <dsp:sp modelId="{A343D3A4-03F4-458F-AD68-A39CB5B14EAA}">
      <dsp:nvSpPr>
        <dsp:cNvPr id="0" name=""/>
        <dsp:cNvSpPr/>
      </dsp:nvSpPr>
      <dsp:spPr>
        <a:xfrm rot="4320000">
          <a:off x="3543892" y="1270476"/>
          <a:ext cx="2084486" cy="2084486"/>
        </a:xfrm>
        <a:prstGeom prst="downArrow">
          <a:avLst>
            <a:gd name="adj1" fmla="val 50000"/>
            <a:gd name="adj2" fmla="val 35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/>
            <a:t>потеря документов</a:t>
          </a:r>
          <a:endParaRPr lang="en-US" sz="1000" kern="1200"/>
        </a:p>
      </dsp:txBody>
      <dsp:txXfrm rot="-5400000">
        <a:off x="3899750" y="1735236"/>
        <a:ext cx="1719701" cy="1042243"/>
      </dsp:txXfrm>
    </dsp:sp>
    <dsp:sp modelId="{EFB34330-512B-4973-A550-B00CFFD508BE}">
      <dsp:nvSpPr>
        <dsp:cNvPr id="0" name=""/>
        <dsp:cNvSpPr/>
      </dsp:nvSpPr>
      <dsp:spPr>
        <a:xfrm rot="8640000">
          <a:off x="2876335" y="3325004"/>
          <a:ext cx="2084486" cy="2084486"/>
        </a:xfrm>
        <a:prstGeom prst="downArrow">
          <a:avLst>
            <a:gd name="adj1" fmla="val 50000"/>
            <a:gd name="adj2" fmla="val 35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/>
            <a:t>большие временные затраты</a:t>
          </a:r>
          <a:endParaRPr lang="en-US" sz="1000" kern="1200"/>
        </a:p>
      </dsp:txBody>
      <dsp:txXfrm rot="10800000">
        <a:off x="3504664" y="3654955"/>
        <a:ext cx="1042243" cy="1719701"/>
      </dsp:txXfrm>
    </dsp:sp>
    <dsp:sp modelId="{9578CF50-6492-43B7-976F-726E291C6133}">
      <dsp:nvSpPr>
        <dsp:cNvPr id="0" name=""/>
        <dsp:cNvSpPr/>
      </dsp:nvSpPr>
      <dsp:spPr>
        <a:xfrm rot="12960000">
          <a:off x="716077" y="3325004"/>
          <a:ext cx="2084486" cy="2084486"/>
        </a:xfrm>
        <a:prstGeom prst="downArrow">
          <a:avLst>
            <a:gd name="adj1" fmla="val 50000"/>
            <a:gd name="adj2" fmla="val 35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/>
            <a:t>сложность формирования отчетности</a:t>
          </a:r>
          <a:endParaRPr lang="en-US" sz="1000" kern="1200"/>
        </a:p>
      </dsp:txBody>
      <dsp:txXfrm rot="10800000">
        <a:off x="1129990" y="3654955"/>
        <a:ext cx="1042243" cy="1719701"/>
      </dsp:txXfrm>
    </dsp:sp>
    <dsp:sp modelId="{F233D797-76F3-470B-9C3A-7055B67AAC42}">
      <dsp:nvSpPr>
        <dsp:cNvPr id="0" name=""/>
        <dsp:cNvSpPr/>
      </dsp:nvSpPr>
      <dsp:spPr>
        <a:xfrm rot="17280000">
          <a:off x="48521" y="1270476"/>
          <a:ext cx="2084486" cy="2084486"/>
        </a:xfrm>
        <a:prstGeom prst="downArrow">
          <a:avLst>
            <a:gd name="adj1" fmla="val 50000"/>
            <a:gd name="adj2" fmla="val 35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/>
            <a:t>низкая оперативность информации</a:t>
          </a:r>
          <a:endParaRPr lang="en-US" sz="1000" kern="1200"/>
        </a:p>
      </dsp:txBody>
      <dsp:txXfrm rot="5400000">
        <a:off x="57448" y="1735235"/>
        <a:ext cx="1719701" cy="104224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CCA651-5203-453B-854F-FA9DA4E47910}">
      <dsp:nvSpPr>
        <dsp:cNvPr id="0" name=""/>
        <dsp:cNvSpPr/>
      </dsp:nvSpPr>
      <dsp:spPr>
        <a:xfrm>
          <a:off x="0" y="1386419"/>
          <a:ext cx="5676900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3BC552-30A8-4113-9276-F7FFBCE069E9}">
      <dsp:nvSpPr>
        <dsp:cNvPr id="0" name=""/>
        <dsp:cNvSpPr/>
      </dsp:nvSpPr>
      <dsp:spPr>
        <a:xfrm>
          <a:off x="283845" y="1120739"/>
          <a:ext cx="3973830" cy="5313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201" tIns="0" rIns="15020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/>
            <a:t>1С:Бухгалтерия</a:t>
          </a:r>
          <a:endParaRPr lang="en-US" sz="1800" kern="1200"/>
        </a:p>
      </dsp:txBody>
      <dsp:txXfrm>
        <a:off x="309784" y="1146678"/>
        <a:ext cx="3921952" cy="479482"/>
      </dsp:txXfrm>
    </dsp:sp>
    <dsp:sp modelId="{697B45F8-B573-430F-B84D-AC2956365242}">
      <dsp:nvSpPr>
        <dsp:cNvPr id="0" name=""/>
        <dsp:cNvSpPr/>
      </dsp:nvSpPr>
      <dsp:spPr>
        <a:xfrm>
          <a:off x="0" y="2202900"/>
          <a:ext cx="5676900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D991B2-7958-42FA-B988-29592B887D49}">
      <dsp:nvSpPr>
        <dsp:cNvPr id="0" name=""/>
        <dsp:cNvSpPr/>
      </dsp:nvSpPr>
      <dsp:spPr>
        <a:xfrm>
          <a:off x="283845" y="1937220"/>
          <a:ext cx="3973830" cy="5313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201" tIns="0" rIns="15020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/>
            <a:t>Парус</a:t>
          </a:r>
          <a:endParaRPr lang="en-US" sz="1800" kern="1200"/>
        </a:p>
      </dsp:txBody>
      <dsp:txXfrm>
        <a:off x="309784" y="1963159"/>
        <a:ext cx="3921952" cy="479482"/>
      </dsp:txXfrm>
    </dsp:sp>
    <dsp:sp modelId="{D91D9FA0-83CC-4483-B02D-C03C34DCAF1B}">
      <dsp:nvSpPr>
        <dsp:cNvPr id="0" name=""/>
        <dsp:cNvSpPr/>
      </dsp:nvSpPr>
      <dsp:spPr>
        <a:xfrm>
          <a:off x="0" y="3019380"/>
          <a:ext cx="5676900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079D31-7B5C-4817-8854-A4A168573ABB}">
      <dsp:nvSpPr>
        <dsp:cNvPr id="0" name=""/>
        <dsp:cNvSpPr/>
      </dsp:nvSpPr>
      <dsp:spPr>
        <a:xfrm>
          <a:off x="283845" y="2753700"/>
          <a:ext cx="3973830" cy="53136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201" tIns="0" rIns="15020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/>
            <a:t>БЭСТ</a:t>
          </a:r>
          <a:endParaRPr lang="en-US" sz="1800" kern="1200"/>
        </a:p>
      </dsp:txBody>
      <dsp:txXfrm>
        <a:off x="309784" y="2779639"/>
        <a:ext cx="3921952" cy="479482"/>
      </dsp:txXfrm>
    </dsp:sp>
    <dsp:sp modelId="{7362A0EC-3802-4DD0-AD37-B19CC41A412D}">
      <dsp:nvSpPr>
        <dsp:cNvPr id="0" name=""/>
        <dsp:cNvSpPr/>
      </dsp:nvSpPr>
      <dsp:spPr>
        <a:xfrm>
          <a:off x="0" y="3835860"/>
          <a:ext cx="5676900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4F0988-5298-4D74-9FBB-1D400473A205}">
      <dsp:nvSpPr>
        <dsp:cNvPr id="0" name=""/>
        <dsp:cNvSpPr/>
      </dsp:nvSpPr>
      <dsp:spPr>
        <a:xfrm>
          <a:off x="283845" y="3570180"/>
          <a:ext cx="3973830" cy="5313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201" tIns="0" rIns="15020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/>
            <a:t>облачные сервисы (SaaS-решения)</a:t>
          </a:r>
          <a:endParaRPr lang="en-US" sz="1800" kern="1200"/>
        </a:p>
      </dsp:txBody>
      <dsp:txXfrm>
        <a:off x="309784" y="3596119"/>
        <a:ext cx="3921952" cy="47948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9DBE76-C96D-40D6-BD53-DD717DB321B4}">
      <dsp:nvSpPr>
        <dsp:cNvPr id="0" name=""/>
        <dsp:cNvSpPr/>
      </dsp:nvSpPr>
      <dsp:spPr>
        <a:xfrm>
          <a:off x="2561550" y="673878"/>
          <a:ext cx="51959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9599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07595" y="716847"/>
        <a:ext cx="27509" cy="5501"/>
      </dsp:txXfrm>
    </dsp:sp>
    <dsp:sp modelId="{CB8DD1F2-D224-4855-9E39-94B25ECBA2B7}">
      <dsp:nvSpPr>
        <dsp:cNvPr id="0" name=""/>
        <dsp:cNvSpPr/>
      </dsp:nvSpPr>
      <dsp:spPr>
        <a:xfrm>
          <a:off x="171180" y="1947"/>
          <a:ext cx="2392170" cy="143530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7218" tIns="123041" rIns="117218" bIns="123041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/>
            <a:t>функциональность</a:t>
          </a:r>
          <a:endParaRPr lang="en-US" sz="1900" kern="1200"/>
        </a:p>
      </dsp:txBody>
      <dsp:txXfrm>
        <a:off x="171180" y="1947"/>
        <a:ext cx="2392170" cy="1435302"/>
      </dsp:txXfrm>
    </dsp:sp>
    <dsp:sp modelId="{C4FF471A-F5B6-4BC4-9A27-BA76BEE50C78}">
      <dsp:nvSpPr>
        <dsp:cNvPr id="0" name=""/>
        <dsp:cNvSpPr/>
      </dsp:nvSpPr>
      <dsp:spPr>
        <a:xfrm>
          <a:off x="1367265" y="1435449"/>
          <a:ext cx="2942369" cy="519599"/>
        </a:xfrm>
        <a:custGeom>
          <a:avLst/>
          <a:gdLst/>
          <a:ahLst/>
          <a:cxnLst/>
          <a:rect l="0" t="0" r="0" b="0"/>
          <a:pathLst>
            <a:path>
              <a:moveTo>
                <a:pt x="2942369" y="0"/>
              </a:moveTo>
              <a:lnTo>
                <a:pt x="2942369" y="276899"/>
              </a:lnTo>
              <a:lnTo>
                <a:pt x="0" y="276899"/>
              </a:lnTo>
              <a:lnTo>
                <a:pt x="0" y="519599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763615" y="1692498"/>
        <a:ext cx="149668" cy="5501"/>
      </dsp:txXfrm>
    </dsp:sp>
    <dsp:sp modelId="{285A55D5-AA09-43D4-AB7F-4D0B07A32ECC}">
      <dsp:nvSpPr>
        <dsp:cNvPr id="0" name=""/>
        <dsp:cNvSpPr/>
      </dsp:nvSpPr>
      <dsp:spPr>
        <a:xfrm>
          <a:off x="3113549" y="1947"/>
          <a:ext cx="2392170" cy="143530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7218" tIns="123041" rIns="117218" bIns="123041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/>
            <a:t>стоимость</a:t>
          </a:r>
          <a:endParaRPr lang="en-US" sz="1900" kern="1200"/>
        </a:p>
      </dsp:txBody>
      <dsp:txXfrm>
        <a:off x="3113549" y="1947"/>
        <a:ext cx="2392170" cy="1435302"/>
      </dsp:txXfrm>
    </dsp:sp>
    <dsp:sp modelId="{817B71BA-6296-494A-9430-2A14B1983E66}">
      <dsp:nvSpPr>
        <dsp:cNvPr id="0" name=""/>
        <dsp:cNvSpPr/>
      </dsp:nvSpPr>
      <dsp:spPr>
        <a:xfrm>
          <a:off x="2561550" y="2659380"/>
          <a:ext cx="51959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9599" y="45720"/>
              </a:lnTo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07595" y="2702349"/>
        <a:ext cx="27509" cy="5501"/>
      </dsp:txXfrm>
    </dsp:sp>
    <dsp:sp modelId="{56AA0BF4-B889-44EC-AC8E-DCB6C48AAFFC}">
      <dsp:nvSpPr>
        <dsp:cNvPr id="0" name=""/>
        <dsp:cNvSpPr/>
      </dsp:nvSpPr>
      <dsp:spPr>
        <a:xfrm>
          <a:off x="171180" y="1987448"/>
          <a:ext cx="2392170" cy="143530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7218" tIns="123041" rIns="117218" bIns="123041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/>
            <a:t>простота использования</a:t>
          </a:r>
          <a:endParaRPr lang="en-US" sz="1900" kern="1200"/>
        </a:p>
      </dsp:txBody>
      <dsp:txXfrm>
        <a:off x="171180" y="1987448"/>
        <a:ext cx="2392170" cy="1435302"/>
      </dsp:txXfrm>
    </dsp:sp>
    <dsp:sp modelId="{DB5C736B-C7A0-4097-827D-E4D81AEB643B}">
      <dsp:nvSpPr>
        <dsp:cNvPr id="0" name=""/>
        <dsp:cNvSpPr/>
      </dsp:nvSpPr>
      <dsp:spPr>
        <a:xfrm>
          <a:off x="1367265" y="3420951"/>
          <a:ext cx="2942369" cy="519599"/>
        </a:xfrm>
        <a:custGeom>
          <a:avLst/>
          <a:gdLst/>
          <a:ahLst/>
          <a:cxnLst/>
          <a:rect l="0" t="0" r="0" b="0"/>
          <a:pathLst>
            <a:path>
              <a:moveTo>
                <a:pt x="2942369" y="0"/>
              </a:moveTo>
              <a:lnTo>
                <a:pt x="2942369" y="276899"/>
              </a:lnTo>
              <a:lnTo>
                <a:pt x="0" y="276899"/>
              </a:lnTo>
              <a:lnTo>
                <a:pt x="0" y="519599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763615" y="3677999"/>
        <a:ext cx="149668" cy="5501"/>
      </dsp:txXfrm>
    </dsp:sp>
    <dsp:sp modelId="{DC4DCA90-1BFC-4FF4-A409-93F361299B57}">
      <dsp:nvSpPr>
        <dsp:cNvPr id="0" name=""/>
        <dsp:cNvSpPr/>
      </dsp:nvSpPr>
      <dsp:spPr>
        <a:xfrm>
          <a:off x="3113549" y="1987448"/>
          <a:ext cx="2392170" cy="143530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7218" tIns="123041" rIns="117218" bIns="123041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/>
            <a:t>соответствие законодательству</a:t>
          </a:r>
          <a:endParaRPr lang="en-US" sz="1900" kern="1200"/>
        </a:p>
      </dsp:txBody>
      <dsp:txXfrm>
        <a:off x="3113549" y="1987448"/>
        <a:ext cx="2392170" cy="1435302"/>
      </dsp:txXfrm>
    </dsp:sp>
    <dsp:sp modelId="{CFD710B4-1CEB-4F3A-9CD7-8B9EDCADC5C9}">
      <dsp:nvSpPr>
        <dsp:cNvPr id="0" name=""/>
        <dsp:cNvSpPr/>
      </dsp:nvSpPr>
      <dsp:spPr>
        <a:xfrm>
          <a:off x="2561550" y="4644881"/>
          <a:ext cx="51959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9599" y="45720"/>
              </a:lnTo>
            </a:path>
          </a:pathLst>
        </a:custGeom>
        <a:noFill/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07595" y="4687850"/>
        <a:ext cx="27509" cy="5501"/>
      </dsp:txXfrm>
    </dsp:sp>
    <dsp:sp modelId="{56C78A1D-ABC7-4F20-B978-2D2039524AAD}">
      <dsp:nvSpPr>
        <dsp:cNvPr id="0" name=""/>
        <dsp:cNvSpPr/>
      </dsp:nvSpPr>
      <dsp:spPr>
        <a:xfrm>
          <a:off x="171180" y="3972950"/>
          <a:ext cx="2392170" cy="143530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7218" tIns="123041" rIns="117218" bIns="123041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/>
            <a:t>интеграция с другими системами</a:t>
          </a:r>
          <a:endParaRPr lang="en-US" sz="1900" kern="1200"/>
        </a:p>
      </dsp:txBody>
      <dsp:txXfrm>
        <a:off x="171180" y="3972950"/>
        <a:ext cx="2392170" cy="1435302"/>
      </dsp:txXfrm>
    </dsp:sp>
    <dsp:sp modelId="{8B9B71E8-9139-42BF-AC11-2A5B7D48638E}">
      <dsp:nvSpPr>
        <dsp:cNvPr id="0" name=""/>
        <dsp:cNvSpPr/>
      </dsp:nvSpPr>
      <dsp:spPr>
        <a:xfrm>
          <a:off x="3113549" y="3972950"/>
          <a:ext cx="2392170" cy="143530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7218" tIns="123041" rIns="117218" bIns="123041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1" kern="1200"/>
            <a:t>Вывод:</a:t>
          </a:r>
          <a:r>
            <a:rPr lang="ru-RU" sz="1900" kern="1200"/>
            <a:t> наиболее универсальное решение — 1С:Бухгалтерия</a:t>
          </a:r>
          <a:endParaRPr lang="en-US" sz="1900" kern="1200"/>
        </a:p>
      </dsp:txBody>
      <dsp:txXfrm>
        <a:off x="3113549" y="3972950"/>
        <a:ext cx="2392170" cy="143530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A12514-9B56-4114-95AE-D00016713129}">
      <dsp:nvSpPr>
        <dsp:cNvPr id="0" name=""/>
        <dsp:cNvSpPr/>
      </dsp:nvSpPr>
      <dsp:spPr>
        <a:xfrm>
          <a:off x="133349" y="0"/>
          <a:ext cx="5410200" cy="5410200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A2B1AA-AE17-4337-B6AC-FDDE975F50C2}">
      <dsp:nvSpPr>
        <dsp:cNvPr id="0" name=""/>
        <dsp:cNvSpPr/>
      </dsp:nvSpPr>
      <dsp:spPr>
        <a:xfrm>
          <a:off x="647319" y="513969"/>
          <a:ext cx="2109978" cy="210997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/>
            <a:t>ввод контрагентов</a:t>
          </a:r>
          <a:endParaRPr lang="en-US" sz="2100" kern="1200"/>
        </a:p>
      </dsp:txBody>
      <dsp:txXfrm>
        <a:off x="750320" y="616970"/>
        <a:ext cx="1903976" cy="1903976"/>
      </dsp:txXfrm>
    </dsp:sp>
    <dsp:sp modelId="{08BAAAB0-4720-41C0-99AB-47124057843C}">
      <dsp:nvSpPr>
        <dsp:cNvPr id="0" name=""/>
        <dsp:cNvSpPr/>
      </dsp:nvSpPr>
      <dsp:spPr>
        <a:xfrm>
          <a:off x="2919603" y="513969"/>
          <a:ext cx="2109978" cy="210997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/>
            <a:t>оформление поступлений</a:t>
          </a:r>
          <a:endParaRPr lang="en-US" sz="2100" kern="1200"/>
        </a:p>
      </dsp:txBody>
      <dsp:txXfrm>
        <a:off x="3022604" y="616970"/>
        <a:ext cx="1903976" cy="1903976"/>
      </dsp:txXfrm>
    </dsp:sp>
    <dsp:sp modelId="{75B84B65-9B1A-4F8B-8031-2F3D3D6EC305}">
      <dsp:nvSpPr>
        <dsp:cNvPr id="0" name=""/>
        <dsp:cNvSpPr/>
      </dsp:nvSpPr>
      <dsp:spPr>
        <a:xfrm>
          <a:off x="647319" y="2786253"/>
          <a:ext cx="2109978" cy="2109978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/>
            <a:t>оформление реализации</a:t>
          </a:r>
          <a:endParaRPr lang="en-US" sz="2100" kern="1200"/>
        </a:p>
      </dsp:txBody>
      <dsp:txXfrm>
        <a:off x="750320" y="2889254"/>
        <a:ext cx="1903976" cy="1903976"/>
      </dsp:txXfrm>
    </dsp:sp>
    <dsp:sp modelId="{ED0623AA-F42A-418B-AB65-B2D9CB57929B}">
      <dsp:nvSpPr>
        <dsp:cNvPr id="0" name=""/>
        <dsp:cNvSpPr/>
      </dsp:nvSpPr>
      <dsp:spPr>
        <a:xfrm>
          <a:off x="2919603" y="2786253"/>
          <a:ext cx="2109978" cy="210997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/>
            <a:t>учет операций</a:t>
          </a:r>
          <a:endParaRPr lang="en-US" sz="2100" kern="1200"/>
        </a:p>
      </dsp:txBody>
      <dsp:txXfrm>
        <a:off x="3022604" y="2889254"/>
        <a:ext cx="1903976" cy="190397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0F7BF8-284F-4623-A6DC-FE931FA4482B}">
      <dsp:nvSpPr>
        <dsp:cNvPr id="0" name=""/>
        <dsp:cNvSpPr/>
      </dsp:nvSpPr>
      <dsp:spPr>
        <a:xfrm>
          <a:off x="6421" y="665679"/>
          <a:ext cx="2007325" cy="240879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279" tIns="0" rIns="198279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/>
            <a:t>ИС значительно упрощают бухгалтерский учет</a:t>
          </a:r>
          <a:endParaRPr lang="en-US" sz="1500" kern="1200"/>
        </a:p>
      </dsp:txBody>
      <dsp:txXfrm>
        <a:off x="6421" y="1629195"/>
        <a:ext cx="2007325" cy="1445274"/>
      </dsp:txXfrm>
    </dsp:sp>
    <dsp:sp modelId="{DE941CE9-26D1-4039-933C-E30AF8C74024}">
      <dsp:nvSpPr>
        <dsp:cNvPr id="0" name=""/>
        <dsp:cNvSpPr/>
      </dsp:nvSpPr>
      <dsp:spPr>
        <a:xfrm>
          <a:off x="6421" y="665679"/>
          <a:ext cx="2007325" cy="96351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279" tIns="165100" rIns="198279" bIns="16510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01</a:t>
          </a:r>
        </a:p>
      </dsp:txBody>
      <dsp:txXfrm>
        <a:off x="6421" y="665679"/>
        <a:ext cx="2007325" cy="963516"/>
      </dsp:txXfrm>
    </dsp:sp>
    <dsp:sp modelId="{CA2C0165-1313-45E8-9614-CB9B4E896E6A}">
      <dsp:nvSpPr>
        <dsp:cNvPr id="0" name=""/>
        <dsp:cNvSpPr/>
      </dsp:nvSpPr>
      <dsp:spPr>
        <a:xfrm>
          <a:off x="2174332" y="665679"/>
          <a:ext cx="2007325" cy="240879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279" tIns="0" rIns="198279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/>
            <a:t>снижают количество ошибок</a:t>
          </a:r>
          <a:endParaRPr lang="en-US" sz="1500" kern="1200"/>
        </a:p>
      </dsp:txBody>
      <dsp:txXfrm>
        <a:off x="2174332" y="1629195"/>
        <a:ext cx="2007325" cy="1445274"/>
      </dsp:txXfrm>
    </dsp:sp>
    <dsp:sp modelId="{0681997F-3E58-4FD9-994E-2CEDBEADA44E}">
      <dsp:nvSpPr>
        <dsp:cNvPr id="0" name=""/>
        <dsp:cNvSpPr/>
      </dsp:nvSpPr>
      <dsp:spPr>
        <a:xfrm>
          <a:off x="2174332" y="665679"/>
          <a:ext cx="2007325" cy="96351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279" tIns="165100" rIns="198279" bIns="16510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02</a:t>
          </a:r>
        </a:p>
      </dsp:txBody>
      <dsp:txXfrm>
        <a:off x="2174332" y="665679"/>
        <a:ext cx="2007325" cy="963516"/>
      </dsp:txXfrm>
    </dsp:sp>
    <dsp:sp modelId="{AD786D0F-11A0-4B62-8832-62AA411F4DCA}">
      <dsp:nvSpPr>
        <dsp:cNvPr id="0" name=""/>
        <dsp:cNvSpPr/>
      </dsp:nvSpPr>
      <dsp:spPr>
        <a:xfrm>
          <a:off x="4342243" y="665679"/>
          <a:ext cx="2007325" cy="240879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279" tIns="0" rIns="198279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/>
            <a:t>повышают эффективность работы</a:t>
          </a:r>
          <a:endParaRPr lang="en-US" sz="1500" kern="1200"/>
        </a:p>
      </dsp:txBody>
      <dsp:txXfrm>
        <a:off x="4342243" y="1629195"/>
        <a:ext cx="2007325" cy="1445274"/>
      </dsp:txXfrm>
    </dsp:sp>
    <dsp:sp modelId="{210418FF-EB68-49FA-9AB5-FCF4CE0D7932}">
      <dsp:nvSpPr>
        <dsp:cNvPr id="0" name=""/>
        <dsp:cNvSpPr/>
      </dsp:nvSpPr>
      <dsp:spPr>
        <a:xfrm>
          <a:off x="4342243" y="665679"/>
          <a:ext cx="2007325" cy="96351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279" tIns="165100" rIns="198279" bIns="16510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03</a:t>
          </a:r>
        </a:p>
      </dsp:txBody>
      <dsp:txXfrm>
        <a:off x="4342243" y="665679"/>
        <a:ext cx="2007325" cy="963516"/>
      </dsp:txXfrm>
    </dsp:sp>
    <dsp:sp modelId="{ADE067BC-6E9C-4D1F-92B5-F1619DC72588}">
      <dsp:nvSpPr>
        <dsp:cNvPr id="0" name=""/>
        <dsp:cNvSpPr/>
      </dsp:nvSpPr>
      <dsp:spPr>
        <a:xfrm>
          <a:off x="6510154" y="665679"/>
          <a:ext cx="2007325" cy="240879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279" tIns="0" rIns="198279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/>
            <a:t>оптимальны для малого бизнеса</a:t>
          </a:r>
          <a:endParaRPr lang="en-US" sz="1500" kern="1200"/>
        </a:p>
      </dsp:txBody>
      <dsp:txXfrm>
        <a:off x="6510154" y="1629195"/>
        <a:ext cx="2007325" cy="1445274"/>
      </dsp:txXfrm>
    </dsp:sp>
    <dsp:sp modelId="{3E8152E9-5E13-468A-84CC-4B1ACAF77C51}">
      <dsp:nvSpPr>
        <dsp:cNvPr id="0" name=""/>
        <dsp:cNvSpPr/>
      </dsp:nvSpPr>
      <dsp:spPr>
        <a:xfrm>
          <a:off x="6510154" y="665679"/>
          <a:ext cx="2007325" cy="96351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279" tIns="165100" rIns="198279" bIns="16510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04</a:t>
          </a:r>
        </a:p>
      </dsp:txBody>
      <dsp:txXfrm>
        <a:off x="6510154" y="665679"/>
        <a:ext cx="2007325" cy="963516"/>
      </dsp:txXfrm>
    </dsp:sp>
    <dsp:sp modelId="{4A05B7B7-D9DB-4E10-9740-B9B87811955A}">
      <dsp:nvSpPr>
        <dsp:cNvPr id="0" name=""/>
        <dsp:cNvSpPr/>
      </dsp:nvSpPr>
      <dsp:spPr>
        <a:xfrm>
          <a:off x="8678065" y="665679"/>
          <a:ext cx="2007325" cy="240879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279" tIns="0" rIns="198279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/>
            <a:t>1С:Бухгалтерия — наиболее распространенное решение</a:t>
          </a:r>
          <a:endParaRPr lang="en-US" sz="1500" kern="1200"/>
        </a:p>
      </dsp:txBody>
      <dsp:txXfrm>
        <a:off x="8678065" y="1629195"/>
        <a:ext cx="2007325" cy="1445274"/>
      </dsp:txXfrm>
    </dsp:sp>
    <dsp:sp modelId="{B6F18E0E-7EEB-47C2-B93A-754B3F5CFB9D}">
      <dsp:nvSpPr>
        <dsp:cNvPr id="0" name=""/>
        <dsp:cNvSpPr/>
      </dsp:nvSpPr>
      <dsp:spPr>
        <a:xfrm>
          <a:off x="8678065" y="665679"/>
          <a:ext cx="2007325" cy="96351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279" tIns="165100" rIns="198279" bIns="16510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05</a:t>
          </a:r>
        </a:p>
      </dsp:txBody>
      <dsp:txXfrm>
        <a:off x="8678065" y="665679"/>
        <a:ext cx="2007325" cy="9635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82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881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49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843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622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391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565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898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816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39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418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9208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Rectangle 10">
            <a:extLst>
              <a:ext uri="{FF2B5EF4-FFF2-40B4-BE49-F238E27FC236}">
                <a16:creationId xmlns:a16="http://schemas.microsoft.com/office/drawing/2014/main" id="{A5D67320-FCFD-4931-AAF7-C6C853329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D64C0E-849A-E799-7053-2AB27B50C4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908651"/>
            <a:ext cx="3620882" cy="3640345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3400"/>
              <a:t>Анализ использования ИС для ведения бухгалтерского учета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0B8AA13-751B-1E4E-C61E-02EB71A0C4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3400" y="4945712"/>
            <a:ext cx="3380437" cy="850392"/>
          </a:xfrm>
        </p:spPr>
        <p:txBody>
          <a:bodyPr anchor="b">
            <a:normAutofit/>
          </a:bodyPr>
          <a:lstStyle/>
          <a:p>
            <a:r>
              <a:rPr lang="ru-RU" sz="1800" dirty="0"/>
              <a:t>Таранин Михаил 330Б</a:t>
            </a:r>
          </a:p>
        </p:txBody>
      </p:sp>
      <p:cxnSp>
        <p:nvCxnSpPr>
          <p:cNvPr id="23" name="Straight Connector 12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3">
            <a:extLst>
              <a:ext uri="{FF2B5EF4-FFF2-40B4-BE49-F238E27FC236}">
                <a16:creationId xmlns:a16="http://schemas.microsoft.com/office/drawing/2014/main" id="{92BF1656-32F6-0721-7040-2EF59A1531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473" r="10319" b="-1"/>
          <a:stretch>
            <a:fillRect/>
          </a:stretch>
        </p:blipFill>
        <p:spPr>
          <a:xfrm>
            <a:off x="4876158" y="10"/>
            <a:ext cx="731584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0969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604516-F583-413C-8C0B-E7944F332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"/>
            <a:ext cx="4876800" cy="685798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527CB9-A6CA-9307-E192-188073F4B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24528" cy="367029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sz="2800" b="1">
                <a:solidFill>
                  <a:schemeClr val="bg1"/>
                </a:solidFill>
              </a:rPr>
              <a:t>Цель:</a:t>
            </a:r>
            <a:r>
              <a:rPr lang="ru-RU" sz="2800">
                <a:solidFill>
                  <a:schemeClr val="bg1"/>
                </a:solidFill>
              </a:rPr>
              <a:t> анализ информационных систем бухгалтерского учета для малого бизнеса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03C92DBC-B6C1-50B8-08F2-569F47BA9F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3550671"/>
              </p:ext>
            </p:extLst>
          </p:nvPr>
        </p:nvGraphicFramePr>
        <p:xfrm>
          <a:off x="5715000" y="723901"/>
          <a:ext cx="56769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79821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604516-F583-413C-8C0B-E7944F332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"/>
            <a:ext cx="4876800" cy="685798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559431-52AD-31D8-8BED-36979E3B8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24528" cy="3670298"/>
          </a:xfrm>
        </p:spPr>
        <p:txBody>
          <a:bodyPr>
            <a:normAutofit/>
          </a:bodyPr>
          <a:lstStyle/>
          <a:p>
            <a:r>
              <a:rPr lang="ru-RU" sz="3700">
                <a:solidFill>
                  <a:schemeClr val="bg1"/>
                </a:solidFill>
              </a:rPr>
              <a:t>Бухгалтерский учет на малых предприятиях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A1C71753-C17E-7D53-051E-18B706D0AB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9525284"/>
              </p:ext>
            </p:extLst>
          </p:nvPr>
        </p:nvGraphicFramePr>
        <p:xfrm>
          <a:off x="5715000" y="723901"/>
          <a:ext cx="56769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04917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604516-F583-413C-8C0B-E7944F332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"/>
            <a:ext cx="4876800" cy="685798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6C51E7-33DF-B7A3-80AF-990D9881E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24528" cy="3670298"/>
          </a:xfrm>
        </p:spPr>
        <p:txBody>
          <a:bodyPr>
            <a:normAutofit/>
          </a:bodyPr>
          <a:lstStyle/>
          <a:p>
            <a:r>
              <a:rPr lang="ru-RU">
                <a:solidFill>
                  <a:schemeClr val="bg1"/>
                </a:solidFill>
              </a:rPr>
              <a:t>Проблемы ручного учета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6A32FD10-AF53-4686-7624-9C7CEFA0E0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7975101"/>
              </p:ext>
            </p:extLst>
          </p:nvPr>
        </p:nvGraphicFramePr>
        <p:xfrm>
          <a:off x="5715000" y="723901"/>
          <a:ext cx="56769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38783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0EB578-C970-4186-B93C-45851BBC6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5BE498-47A8-9FDA-9282-49EFFFE92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68" y="914400"/>
            <a:ext cx="6627924" cy="13075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dirty="0"/>
              <a:t>Роль информационных систем</a:t>
            </a:r>
            <a:endParaRPr lang="ru-RU"/>
          </a:p>
        </p:txBody>
      </p:sp>
      <p:pic>
        <p:nvPicPr>
          <p:cNvPr id="5" name="Picture 4" descr="Финансовые диаграммы на темном экране">
            <a:extLst>
              <a:ext uri="{FF2B5EF4-FFF2-40B4-BE49-F238E27FC236}">
                <a16:creationId xmlns:a16="http://schemas.microsoft.com/office/drawing/2014/main" id="{0DF81F09-B8B1-15AA-13E6-C2E7CB4EA9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979" r="33788" b="1"/>
          <a:stretch>
            <a:fillRect/>
          </a:stretch>
        </p:blipFill>
        <p:spPr>
          <a:xfrm>
            <a:off x="20" y="-17929"/>
            <a:ext cx="4206220" cy="687592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DF57B02-07BB-407B-BB36-06D9C64A6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722376"/>
            <a:ext cx="6476356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5C275A-1B76-DEBB-F18F-014B84648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6968" y="2221992"/>
            <a:ext cx="6627924" cy="3739896"/>
          </a:xfrm>
        </p:spPr>
        <p:txBody>
          <a:bodyPr>
            <a:normAutofit/>
          </a:bodyPr>
          <a:lstStyle/>
          <a:p>
            <a:r>
              <a:rPr lang="ru-RU" dirty="0"/>
              <a:t>автоматизация бухгалтерских операций</a:t>
            </a:r>
          </a:p>
          <a:p>
            <a:r>
              <a:rPr lang="ru-RU" dirty="0"/>
              <a:t>снижение человеческого фактора</a:t>
            </a:r>
          </a:p>
          <a:p>
            <a:r>
              <a:rPr lang="ru-RU" dirty="0"/>
              <a:t>ускорение обработки данных</a:t>
            </a:r>
          </a:p>
          <a:p>
            <a:r>
              <a:rPr lang="ru-RU" dirty="0"/>
              <a:t>формирование отчетности</a:t>
            </a:r>
          </a:p>
          <a:p>
            <a:r>
              <a:rPr lang="ru-RU" dirty="0"/>
              <a:t>контроль финансовых потоков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6855964-C920-48EB-8804-74291211C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6144768"/>
            <a:ext cx="64763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682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604516-F583-413C-8C0B-E7944F332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"/>
            <a:ext cx="4876800" cy="685798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1504B4-3E19-17E4-0DA6-816859BEB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24528" cy="3670298"/>
          </a:xfrm>
        </p:spPr>
        <p:txBody>
          <a:bodyPr>
            <a:normAutofit/>
          </a:bodyPr>
          <a:lstStyle/>
          <a:p>
            <a:r>
              <a:rPr lang="ru-RU" sz="2800" b="1">
                <a:solidFill>
                  <a:schemeClr val="bg1"/>
                </a:solidFill>
              </a:rPr>
              <a:t>Основные информационные системы</a:t>
            </a:r>
            <a:endParaRPr lang="ru-RU" sz="2800"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6CB4305F-B9FE-34DD-5FFE-C34391B36F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2404575"/>
              </p:ext>
            </p:extLst>
          </p:nvPr>
        </p:nvGraphicFramePr>
        <p:xfrm>
          <a:off x="5715000" y="723901"/>
          <a:ext cx="56769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89084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19604516-F583-413C-8C0B-E7944F332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"/>
            <a:ext cx="4876800" cy="685798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AE49A8-0AFB-9E34-695B-382865A71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24528" cy="3670298"/>
          </a:xfrm>
        </p:spPr>
        <p:txBody>
          <a:bodyPr>
            <a:normAutofit/>
          </a:bodyPr>
          <a:lstStyle/>
          <a:p>
            <a:r>
              <a:rPr lang="ru-RU">
                <a:solidFill>
                  <a:schemeClr val="bg1"/>
                </a:solidFill>
              </a:rPr>
              <a:t>Сравнение ИС</a:t>
            </a:r>
          </a:p>
        </p:txBody>
      </p:sp>
      <p:cxnSp>
        <p:nvCxnSpPr>
          <p:cNvPr id="17" name="Straight Connector 12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Объект 2">
            <a:extLst>
              <a:ext uri="{FF2B5EF4-FFF2-40B4-BE49-F238E27FC236}">
                <a16:creationId xmlns:a16="http://schemas.microsoft.com/office/drawing/2014/main" id="{84D06AAC-B31F-CE99-CB3C-B2F0701A38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9786052"/>
              </p:ext>
            </p:extLst>
          </p:nvPr>
        </p:nvGraphicFramePr>
        <p:xfrm>
          <a:off x="5715000" y="723901"/>
          <a:ext cx="56769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28376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0EB578-C970-4186-B93C-45851BBC6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6BB957-7032-122E-B2D1-9CF7850E5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68" y="914400"/>
            <a:ext cx="6627924" cy="13075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dirty="0"/>
              <a:t>Практическая часть: создание организации</a:t>
            </a:r>
            <a:endParaRPr lang="ru-RU"/>
          </a:p>
        </p:txBody>
      </p:sp>
      <p:pic>
        <p:nvPicPr>
          <p:cNvPr id="5" name="Picture 4" descr="Ближний план клавиатуры">
            <a:extLst>
              <a:ext uri="{FF2B5EF4-FFF2-40B4-BE49-F238E27FC236}">
                <a16:creationId xmlns:a16="http://schemas.microsoft.com/office/drawing/2014/main" id="{C9CAAE12-41C0-3E8F-ECCF-B79976F01C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170" r="40221"/>
          <a:stretch>
            <a:fillRect/>
          </a:stretch>
        </p:blipFill>
        <p:spPr>
          <a:xfrm>
            <a:off x="20" y="-17929"/>
            <a:ext cx="4206220" cy="687592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DF57B02-07BB-407B-BB36-06D9C64A6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722376"/>
            <a:ext cx="6476356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DB73AE-E981-2D73-BA53-D81986BC8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6968" y="2221992"/>
            <a:ext cx="6627924" cy="3739896"/>
          </a:xfrm>
        </p:spPr>
        <p:txBody>
          <a:bodyPr>
            <a:normAutofit/>
          </a:bodyPr>
          <a:lstStyle/>
          <a:p>
            <a:r>
              <a:rPr lang="ru-RU" dirty="0"/>
              <a:t>ввод данных организации</a:t>
            </a:r>
          </a:p>
          <a:p>
            <a:r>
              <a:rPr lang="ru-RU" dirty="0"/>
              <a:t>ИНН, адрес, реквизиты</a:t>
            </a:r>
          </a:p>
          <a:p>
            <a:r>
              <a:rPr lang="ru-RU" dirty="0"/>
              <a:t>настройка учетной политики</a:t>
            </a:r>
          </a:p>
          <a:p>
            <a:pPr marL="0" indent="0">
              <a:buNone/>
            </a:pPr>
            <a:endParaRPr lang="ru-RU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6855964-C920-48EB-8804-74291211C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6144768"/>
            <a:ext cx="64763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9830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604516-F583-413C-8C0B-E7944F332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"/>
            <a:ext cx="4876800" cy="685798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1CDD2D-864F-CB5E-5BCD-617F387B3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24528" cy="3670298"/>
          </a:xfrm>
        </p:spPr>
        <p:txBody>
          <a:bodyPr>
            <a:normAutofit/>
          </a:bodyPr>
          <a:lstStyle/>
          <a:p>
            <a:r>
              <a:rPr lang="ru-RU">
                <a:solidFill>
                  <a:schemeClr val="bg1"/>
                </a:solidFill>
              </a:rPr>
              <a:t>Ведение учета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A82D7804-11DA-A8DC-DBD2-B7BB5E7F72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1837146"/>
              </p:ext>
            </p:extLst>
          </p:nvPr>
        </p:nvGraphicFramePr>
        <p:xfrm>
          <a:off x="5715000" y="723901"/>
          <a:ext cx="56769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03856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0EB578-C970-4186-B93C-45851BBC6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9A5BF3-77D9-2778-22A7-BE69EA84D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68" y="914400"/>
            <a:ext cx="6627924" cy="13075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dirty="0"/>
              <a:t>Формирование отчетности</a:t>
            </a:r>
            <a:endParaRPr lang="ru-RU"/>
          </a:p>
        </p:txBody>
      </p:sp>
      <p:pic>
        <p:nvPicPr>
          <p:cNvPr id="5" name="Picture 4" descr="Коды в документы">
            <a:extLst>
              <a:ext uri="{FF2B5EF4-FFF2-40B4-BE49-F238E27FC236}">
                <a16:creationId xmlns:a16="http://schemas.microsoft.com/office/drawing/2014/main" id="{64D8AD3A-7550-1576-8314-253A92A940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556" r="28611" b="2"/>
          <a:stretch>
            <a:fillRect/>
          </a:stretch>
        </p:blipFill>
        <p:spPr>
          <a:xfrm>
            <a:off x="20" y="-17929"/>
            <a:ext cx="4206220" cy="687592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DF57B02-07BB-407B-BB36-06D9C64A6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722376"/>
            <a:ext cx="6476356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45134D-8D58-C215-655F-FBD25732C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6968" y="2221992"/>
            <a:ext cx="6627924" cy="3739896"/>
          </a:xfrm>
        </p:spPr>
        <p:txBody>
          <a:bodyPr>
            <a:normAutofit/>
          </a:bodyPr>
          <a:lstStyle/>
          <a:p>
            <a:r>
              <a:rPr lang="ru-RU" dirty="0"/>
              <a:t>оборотно-сальдовая ведомость</a:t>
            </a:r>
          </a:p>
          <a:p>
            <a:r>
              <a:rPr lang="ru-RU" dirty="0"/>
              <a:t>бухгалтерский баланс</a:t>
            </a:r>
          </a:p>
          <a:p>
            <a:r>
              <a:rPr lang="ru-RU" dirty="0"/>
              <a:t>налоговая отчетность</a:t>
            </a:r>
          </a:p>
          <a:p>
            <a:r>
              <a:rPr lang="ru-RU" dirty="0"/>
              <a:t>автоматическое формирование данных</a:t>
            </a:r>
          </a:p>
          <a:p>
            <a:pPr marL="0" indent="0">
              <a:buNone/>
            </a:pPr>
            <a:endParaRPr lang="ru-RU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6855964-C920-48EB-8804-74291211C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6144768"/>
            <a:ext cx="64763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1462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0F8E7D-A3E5-48C7-D016-463AAFC94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sz="3700" b="1"/>
              <a:t>Заключение</a:t>
            </a:r>
            <a:br>
              <a:rPr lang="ru-RU" sz="3700" b="1"/>
            </a:br>
            <a:endParaRPr lang="ru-RU" sz="37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FD11CD60-B55B-2A6D-1045-B7F088CC5B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6960774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97981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3AE5B5-5DD9-7660-9300-5A9B0E710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823" y="2109493"/>
            <a:ext cx="4265763" cy="1441776"/>
          </a:xfrm>
        </p:spPr>
        <p:txBody>
          <a:bodyPr anchor="t">
            <a:normAutofit/>
          </a:bodyPr>
          <a:lstStyle/>
          <a:p>
            <a:r>
              <a:rPr lang="ru-RU" dirty="0"/>
              <a:t>Спасибо за внимание!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58F1FE-735C-0BC6-DBAF-E5B5E099C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1353" y="2200490"/>
            <a:ext cx="5269831" cy="3445399"/>
          </a:xfrm>
        </p:spPr>
        <p:txBody>
          <a:bodyPr>
            <a:normAutofit/>
          </a:bodyPr>
          <a:lstStyle/>
          <a:p>
            <a:endParaRPr lang="ru-RU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8F0A063-5253-8DF5-3B7B-12FE09670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50816" y="3764346"/>
            <a:ext cx="402336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2514179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201</Words>
  <Application>Microsoft Office PowerPoint</Application>
  <PresentationFormat>Широкоэкранный</PresentationFormat>
  <Paragraphs>64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Bierstadt</vt:lpstr>
      <vt:lpstr>Calisto MT</vt:lpstr>
      <vt:lpstr>Univers Condensed</vt:lpstr>
      <vt:lpstr>ChronicleVTI</vt:lpstr>
      <vt:lpstr>Анализ использования ИС для ведения бухгалтерского учета</vt:lpstr>
      <vt:lpstr>Цель: анализ информационных систем бухгалтерского учета для малого бизнеса</vt:lpstr>
      <vt:lpstr>Бухгалтерский учет на малых предприятиях</vt:lpstr>
      <vt:lpstr>Проблемы ручного учета</vt:lpstr>
      <vt:lpstr>Роль информационных систем</vt:lpstr>
      <vt:lpstr>Основные информационные системы</vt:lpstr>
      <vt:lpstr>Сравнение ИС</vt:lpstr>
      <vt:lpstr>Практическая часть: создание организации</vt:lpstr>
      <vt:lpstr>Ведение учета</vt:lpstr>
      <vt:lpstr>Формирование отчетности</vt:lpstr>
      <vt:lpstr>Заключение 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Licen Drinc</dc:creator>
  <cp:lastModifiedBy>Licen Drinc</cp:lastModifiedBy>
  <cp:revision>3</cp:revision>
  <dcterms:created xsi:type="dcterms:W3CDTF">2026-06-05T10:30:19Z</dcterms:created>
  <dcterms:modified xsi:type="dcterms:W3CDTF">2026-06-05T10:40:52Z</dcterms:modified>
</cp:coreProperties>
</file>